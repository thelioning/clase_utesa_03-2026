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37"/>
  </p:notesMasterIdLst>
  <p:handoutMasterIdLst>
    <p:handoutMasterId r:id="rId38"/>
  </p:handoutMasterIdLst>
  <p:sldIdLst>
    <p:sldId id="257" r:id="rId5"/>
    <p:sldId id="389" r:id="rId6"/>
    <p:sldId id="397" r:id="rId7"/>
    <p:sldId id="384" r:id="rId8"/>
    <p:sldId id="394" r:id="rId9"/>
    <p:sldId id="317" r:id="rId10"/>
    <p:sldId id="277" r:id="rId11"/>
    <p:sldId id="392" r:id="rId12"/>
    <p:sldId id="393" r:id="rId13"/>
    <p:sldId id="279" r:id="rId14"/>
    <p:sldId id="398" r:id="rId15"/>
    <p:sldId id="399" r:id="rId16"/>
    <p:sldId id="414" r:id="rId17"/>
    <p:sldId id="400" r:id="rId18"/>
    <p:sldId id="401" r:id="rId19"/>
    <p:sldId id="402" r:id="rId20"/>
    <p:sldId id="403" r:id="rId21"/>
    <p:sldId id="404" r:id="rId22"/>
    <p:sldId id="405" r:id="rId23"/>
    <p:sldId id="407" r:id="rId24"/>
    <p:sldId id="406" r:id="rId25"/>
    <p:sldId id="408" r:id="rId26"/>
    <p:sldId id="409" r:id="rId27"/>
    <p:sldId id="410" r:id="rId28"/>
    <p:sldId id="411" r:id="rId29"/>
    <p:sldId id="412" r:id="rId30"/>
    <p:sldId id="413" r:id="rId31"/>
    <p:sldId id="415" r:id="rId32"/>
    <p:sldId id="416" r:id="rId33"/>
    <p:sldId id="417" r:id="rId34"/>
    <p:sldId id="395" r:id="rId35"/>
    <p:sldId id="396" r:id="rId36"/>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725" autoAdjust="0"/>
  </p:normalViewPr>
  <p:slideViewPr>
    <p:cSldViewPr snapToGrid="0">
      <p:cViewPr varScale="1">
        <p:scale>
          <a:sx n="66" d="100"/>
          <a:sy n="66" d="100"/>
        </p:scale>
        <p:origin x="900" y="60"/>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14" d="100"/>
          <a:sy n="114" d="100"/>
        </p:scale>
        <p:origin x="1476"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8CA2E8D-45A3-4C48-9625-891692387AEA}" type="datetime1">
              <a:rPr lang="es-MX" smtClean="0"/>
              <a:t>29/09/2025</a:t>
            </a:fld>
            <a:endParaRPr lang="es-MX"/>
          </a:p>
        </p:txBody>
      </p:sp>
      <p:sp>
        <p:nvSpPr>
          <p:cNvPr id="4" name="Marcador de pie de página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23CDBB5-5B4A-4483-935D-A73935186B4D}" type="slidenum">
              <a:rPr lang="es-MX" smtClean="0"/>
              <a:t>‹#›</a:t>
            </a:fld>
            <a:endParaRPr lang="es-MX"/>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13C4DD5-6CE3-47E7-95E8-166693B65D37}" type="datetime1">
              <a:rPr lang="es-MX" smtClean="0"/>
              <a:t>29/09/2025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a:t>Haga clic para modificar los estilos de texto del patrón</a:t>
            </a:r>
          </a:p>
          <a:p>
            <a:pPr lvl="1" rtl="0"/>
            <a:r>
              <a:rPr lang="es-MX"/>
              <a:t>Segundo nivel</a:t>
            </a:r>
          </a:p>
          <a:p>
            <a:pPr lvl="2" rtl="0"/>
            <a:r>
              <a:rPr lang="es-MX"/>
              <a:t>Tercer nivel</a:t>
            </a:r>
          </a:p>
          <a:p>
            <a:pPr lvl="3" rtl="0"/>
            <a:r>
              <a:rPr lang="es-MX"/>
              <a:t>Cuarto nivel</a:t>
            </a:r>
          </a:p>
          <a:p>
            <a:pPr lvl="4" rtl="0"/>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7CCE34D-CFF1-4FFE-815B-D050E7ED2DFD}" type="slidenum">
              <a:rPr lang="es-MX" smtClean="0"/>
              <a:t>‹#›</a:t>
            </a:fld>
            <a:endParaRPr lang="es-MX"/>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MX" dirty="0"/>
          </a:p>
        </p:txBody>
      </p:sp>
      <p:sp>
        <p:nvSpPr>
          <p:cNvPr id="4" name="Marcador de número de diapositiva 3"/>
          <p:cNvSpPr>
            <a:spLocks noGrp="1"/>
          </p:cNvSpPr>
          <p:nvPr>
            <p:ph type="sldNum" sz="quarter" idx="5"/>
          </p:nvPr>
        </p:nvSpPr>
        <p:spPr/>
        <p:txBody>
          <a:bodyPr rtlCol="0"/>
          <a:lstStyle/>
          <a:p>
            <a:pPr rtl="0"/>
            <a:fld id="{1983A999-5E0E-42CA-8400-604AE921FF7C}" type="slidenum">
              <a:rPr lang="es-MX" smtClean="0"/>
              <a:t>1</a:t>
            </a:fld>
            <a:endParaRPr lang="es-MX"/>
          </a:p>
        </p:txBody>
      </p:sp>
      <p:sp>
        <p:nvSpPr>
          <p:cNvPr id="5" name="Marcador de fecha 4">
            <a:extLst>
              <a:ext uri="{FF2B5EF4-FFF2-40B4-BE49-F238E27FC236}">
                <a16:creationId xmlns:a16="http://schemas.microsoft.com/office/drawing/2014/main" id="{245707CC-89EA-43A2-BEC7-ACC1C58A426A}"/>
              </a:ext>
            </a:extLst>
          </p:cNvPr>
          <p:cNvSpPr>
            <a:spLocks noGrp="1"/>
          </p:cNvSpPr>
          <p:nvPr>
            <p:ph type="dt" idx="1"/>
          </p:nvPr>
        </p:nvSpPr>
        <p:spPr/>
        <p:txBody>
          <a:bodyPr/>
          <a:lstStyle/>
          <a:p>
            <a:pPr rtl="0"/>
            <a:fld id="{B72653C4-4721-4992-BEFD-5B63D45D1ED1}" type="datetime1">
              <a:rPr lang="es-MX" smtClean="0"/>
              <a:t>29/09/2025</a:t>
            </a:fld>
            <a:endParaRPr lang="es-MX"/>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MX" dirty="0"/>
          </a:p>
        </p:txBody>
      </p:sp>
      <p:sp>
        <p:nvSpPr>
          <p:cNvPr id="4" name="Marcador de número de diapositiva 3"/>
          <p:cNvSpPr>
            <a:spLocks noGrp="1"/>
          </p:cNvSpPr>
          <p:nvPr>
            <p:ph type="sldNum" sz="quarter" idx="5"/>
          </p:nvPr>
        </p:nvSpPr>
        <p:spPr/>
        <p:txBody>
          <a:bodyPr rtlCol="0"/>
          <a:lstStyle/>
          <a:p>
            <a:pPr rtl="0"/>
            <a:fld id="{1983A999-5E0E-42CA-8400-604AE921FF7C}" type="slidenum">
              <a:rPr lang="es-MX" smtClean="0"/>
              <a:t>4</a:t>
            </a:fld>
            <a:endParaRPr lang="es-MX"/>
          </a:p>
        </p:txBody>
      </p:sp>
      <p:sp>
        <p:nvSpPr>
          <p:cNvPr id="5" name="Marcador de fecha 4">
            <a:extLst>
              <a:ext uri="{FF2B5EF4-FFF2-40B4-BE49-F238E27FC236}">
                <a16:creationId xmlns:a16="http://schemas.microsoft.com/office/drawing/2014/main" id="{4A6832E2-5B1D-4962-A274-3310C4DDF33A}"/>
              </a:ext>
            </a:extLst>
          </p:cNvPr>
          <p:cNvSpPr>
            <a:spLocks noGrp="1"/>
          </p:cNvSpPr>
          <p:nvPr>
            <p:ph type="dt" idx="1"/>
          </p:nvPr>
        </p:nvSpPr>
        <p:spPr/>
        <p:txBody>
          <a:bodyPr/>
          <a:lstStyle/>
          <a:p>
            <a:pPr rtl="0"/>
            <a:fld id="{8564FDC4-CA6D-4AC4-B464-B971E2D4C2AE}" type="datetime1">
              <a:rPr lang="es-MX" smtClean="0"/>
              <a:t>29/09/2025</a:t>
            </a:fld>
            <a:endParaRPr lang="es-MX"/>
          </a:p>
        </p:txBody>
      </p:sp>
    </p:spTree>
    <p:extLst>
      <p:ext uri="{BB962C8B-B14F-4D97-AF65-F5344CB8AC3E}">
        <p14:creationId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MX" dirty="0"/>
          </a:p>
        </p:txBody>
      </p:sp>
      <p:sp>
        <p:nvSpPr>
          <p:cNvPr id="4" name="Marcador de número de diapositiva 3"/>
          <p:cNvSpPr>
            <a:spLocks noGrp="1"/>
          </p:cNvSpPr>
          <p:nvPr>
            <p:ph type="sldNum" sz="quarter" idx="5"/>
          </p:nvPr>
        </p:nvSpPr>
        <p:spPr/>
        <p:txBody>
          <a:bodyPr rtlCol="0"/>
          <a:lstStyle/>
          <a:p>
            <a:pPr rtl="0"/>
            <a:fld id="{1983A999-5E0E-42CA-8400-604AE921FF7C}" type="slidenum">
              <a:rPr lang="es-MX" smtClean="0"/>
              <a:t>6</a:t>
            </a:fld>
            <a:endParaRPr lang="es-MX"/>
          </a:p>
        </p:txBody>
      </p:sp>
      <p:sp>
        <p:nvSpPr>
          <p:cNvPr id="5" name="Marcador de fecha 4">
            <a:extLst>
              <a:ext uri="{FF2B5EF4-FFF2-40B4-BE49-F238E27FC236}">
                <a16:creationId xmlns:a16="http://schemas.microsoft.com/office/drawing/2014/main" id="{A47088BE-0207-4C31-B73A-DAB969D633BF}"/>
              </a:ext>
            </a:extLst>
          </p:cNvPr>
          <p:cNvSpPr>
            <a:spLocks noGrp="1"/>
          </p:cNvSpPr>
          <p:nvPr>
            <p:ph type="dt" idx="1"/>
          </p:nvPr>
        </p:nvSpPr>
        <p:spPr/>
        <p:txBody>
          <a:bodyPr/>
          <a:lstStyle/>
          <a:p>
            <a:pPr rtl="0"/>
            <a:fld id="{B5921896-B1ED-4712-848C-51540A435E4D}" type="datetime1">
              <a:rPr lang="es-MX" smtClean="0"/>
              <a:t>29/09/2025</a:t>
            </a:fld>
            <a:endParaRPr lang="es-MX"/>
          </a:p>
        </p:txBody>
      </p:sp>
    </p:spTree>
    <p:extLst>
      <p:ext uri="{BB962C8B-B14F-4D97-AF65-F5344CB8AC3E}">
        <p14:creationId xmlns:p14="http://schemas.microsoft.com/office/powerpoint/2010/main" val="1586550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rtlCol="0" anchor="b" anchorCtr="0">
            <a:noAutofit/>
          </a:bodyPr>
          <a:lstStyle/>
          <a:p>
            <a:pPr rtl="0"/>
            <a:r>
              <a:rPr lang="es-MX" sz="4800"/>
              <a:t>Flotante en 3D</a:t>
            </a:r>
          </a:p>
        </p:txBody>
      </p:sp>
      <p:sp>
        <p:nvSpPr>
          <p:cNvPr id="14" name="Marcador de posición de imagen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rtlCol="0">
            <a:noAutofit/>
          </a:bodyPr>
          <a:lstStyle/>
          <a:p>
            <a:pPr rtl="0"/>
            <a:r>
              <a:rPr lang="es-ES"/>
              <a:t>Haga clic en el icono para agregar una imagen</a:t>
            </a:r>
            <a:endParaRPr lang="es-MX"/>
          </a:p>
        </p:txBody>
      </p:sp>
      <p:sp>
        <p:nvSpPr>
          <p:cNvPr id="8" name="Elipse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nvGrpSpPr>
          <p:cNvPr id="9" name="Grupo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orma libre: Forma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1" name="Elipse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3" name="Marcador de texto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rtlCol="0">
            <a:noAutofit/>
          </a:bodyPr>
          <a:lstStyle>
            <a:lvl1pPr>
              <a:buNone/>
              <a:defRPr sz="2000"/>
            </a:lvl1pPr>
            <a:lvl2pPr>
              <a:buNone/>
              <a:defRPr sz="2000"/>
            </a:lvl2pPr>
            <a:lvl3pPr>
              <a:buNone/>
              <a:defRPr sz="2000"/>
            </a:lvl3pPr>
            <a:lvl4pPr>
              <a:buNone/>
              <a:defRPr sz="2000"/>
            </a:lvl4pPr>
            <a:lvl5pPr>
              <a:buNone/>
              <a:defRPr sz="2000"/>
            </a:lvl5pPr>
          </a:lstStyle>
          <a:p>
            <a:pPr lvl="0" rtl="0"/>
            <a:r>
              <a:rPr lang="es-ES"/>
              <a:t>Haga clic para modificar los estilos de texto del patrón</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rtlCol="0" anchor="b" anchorCtr="0">
            <a:noAutofit/>
          </a:bodyPr>
          <a:lstStyle>
            <a:lvl1pPr>
              <a:defRPr/>
            </a:lvl1pPr>
          </a:lstStyle>
          <a:p>
            <a:pPr rtl="0"/>
            <a:r>
              <a:rPr lang="es-MX"/>
              <a:t>Haz clic para agregar un título</a:t>
            </a:r>
          </a:p>
        </p:txBody>
      </p:sp>
      <p:sp>
        <p:nvSpPr>
          <p:cNvPr id="7" name="Marcador de contenido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rtlCol="0" anchor="t" anchorCtr="0">
            <a:noAutofit/>
          </a:bodyPr>
          <a:lstStyle>
            <a:lvl1pPr>
              <a:buNone/>
              <a:defRPr/>
            </a:lvl1pPr>
          </a:lstStyle>
          <a:p>
            <a:pPr rtl="0">
              <a:lnSpc>
                <a:spcPct val="120000"/>
              </a:lnSpc>
            </a:pPr>
            <a:r>
              <a:rPr lang="es-MX" sz="1600"/>
              <a:t>Haz clic para agregar texto</a:t>
            </a:r>
          </a:p>
        </p:txBody>
      </p:sp>
      <p:sp>
        <p:nvSpPr>
          <p:cNvPr id="17" name="Marcador de posición de imagen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rtlCol="0">
            <a:noAutofit/>
          </a:bodyPr>
          <a:lstStyle/>
          <a:p>
            <a:pPr rtl="0"/>
            <a:r>
              <a:rPr lang="es-ES"/>
              <a:t>Haga clic en el icono para agregar una imagen</a:t>
            </a:r>
            <a:endParaRPr lang="es-MX"/>
          </a:p>
        </p:txBody>
      </p:sp>
      <p:sp>
        <p:nvSpPr>
          <p:cNvPr id="22" name="Marcador de posición de imagen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rtlCol="0">
            <a:noAutofit/>
          </a:bodyPr>
          <a:lstStyle/>
          <a:p>
            <a:pPr rtl="0"/>
            <a:r>
              <a:rPr lang="es-ES"/>
              <a:t>Haga clic en el icono para agregar una imagen</a:t>
            </a:r>
            <a:endParaRPr lang="es-MX"/>
          </a:p>
        </p:txBody>
      </p:sp>
      <p:sp>
        <p:nvSpPr>
          <p:cNvPr id="25" name="Marcador de posición de imagen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rtlCol="0">
            <a:noAutofit/>
          </a:bodyPr>
          <a:lstStyle/>
          <a:p>
            <a:pPr rtl="0"/>
            <a:r>
              <a:rPr lang="es-ES"/>
              <a:t>Haga clic en el icono para agregar una imagen</a:t>
            </a:r>
            <a:endParaRPr lang="es-MX"/>
          </a:p>
        </p:txBody>
      </p:sp>
      <p:sp>
        <p:nvSpPr>
          <p:cNvPr id="2" name="Marcador de posición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s-MX"/>
              <a:t>Martes, 2 de febrero de 20XX</a:t>
            </a:r>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s-MX"/>
              <a:t>Ejemplo de Texto al pie de página</a:t>
            </a:r>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
        <p:nvSpPr>
          <p:cNvPr id="6" name="Elipse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nvGrpSpPr>
          <p:cNvPr id="10" name="Grupo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orma libre: Forma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2" name="Elipse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ción">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rtlCol="0" anchor="t" anchorCtr="0">
            <a:noAutofit/>
          </a:bodyPr>
          <a:lstStyle/>
          <a:p>
            <a:pPr rtl="0"/>
            <a:r>
              <a:rPr lang="es-ES"/>
              <a:t>Haga clic para modificar el estilo de título del patrón</a:t>
            </a:r>
            <a:endParaRPr lang="es-MX" dirty="0"/>
          </a:p>
        </p:txBody>
      </p:sp>
      <p:sp>
        <p:nvSpPr>
          <p:cNvPr id="12" name="Marcador de posición de imagen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rtlCol="0">
            <a:noAutofit/>
          </a:bodyPr>
          <a:lstStyle/>
          <a:p>
            <a:pPr rtl="0"/>
            <a:r>
              <a:rPr lang="es-ES"/>
              <a:t>Haga clic en el icono para agregar una imagen</a:t>
            </a:r>
            <a:endParaRPr lang="es-MX"/>
          </a:p>
        </p:txBody>
      </p:sp>
      <p:sp>
        <p:nvSpPr>
          <p:cNvPr id="18" name="Marcador de posición de imagen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rtlCol="0">
            <a:noAutofit/>
          </a:bodyPr>
          <a:lstStyle/>
          <a:p>
            <a:pPr rtl="0"/>
            <a:r>
              <a:rPr lang="es-ES"/>
              <a:t>Haga clic en el icono para agregar una imagen</a:t>
            </a:r>
            <a:endParaRPr lang="es-MX"/>
          </a:p>
        </p:txBody>
      </p:sp>
      <p:sp>
        <p:nvSpPr>
          <p:cNvPr id="19" name="Marcador de posición de imagen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rtlCol="0">
            <a:noAutofit/>
          </a:bodyPr>
          <a:lstStyle/>
          <a:p>
            <a:pPr rtl="0"/>
            <a:r>
              <a:rPr lang="es-ES"/>
              <a:t>Haga clic en el icono para agregar una imagen</a:t>
            </a:r>
            <a:endParaRPr lang="es-MX"/>
          </a:p>
        </p:txBody>
      </p:sp>
      <p:sp>
        <p:nvSpPr>
          <p:cNvPr id="20" name="Marcador de posición de imagen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rtlCol="0">
            <a:noAutofit/>
          </a:bodyPr>
          <a:lstStyle/>
          <a:p>
            <a:pPr rtl="0"/>
            <a:r>
              <a:rPr lang="es-ES"/>
              <a:t>Haga clic en el icono para agregar una imagen</a:t>
            </a:r>
            <a:endParaRPr lang="es-MX"/>
          </a:p>
        </p:txBody>
      </p:sp>
      <p:sp>
        <p:nvSpPr>
          <p:cNvPr id="2" name="Marcador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s-MX"/>
              <a:t>Martes, 2 de febrero de 20XX</a:t>
            </a:r>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s-MX"/>
              <a:t>Ejemplo de Texto al pie de página</a:t>
            </a:r>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
        <p:nvSpPr>
          <p:cNvPr id="11" name="Marcador de contenido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rtlCol="0">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rtl="0"/>
            <a:r>
              <a:rPr lang="es-ES"/>
              <a:t>Haga clic para modificar los estilos de texto del patrón</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alto de sección">
    <p:bg>
      <p:bgRef idx="1001">
        <a:schemeClr val="bg1"/>
      </p:bgRef>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rtlCol="0"/>
          <a:lstStyle/>
          <a:p>
            <a:pPr rtl="0"/>
            <a:r>
              <a:rPr lang="es-ES"/>
              <a:t>Haga clic en el icono para agregar una imagen</a:t>
            </a:r>
            <a:endParaRPr lang="es-MX"/>
          </a:p>
        </p:txBody>
      </p:sp>
      <p:sp>
        <p:nvSpPr>
          <p:cNvPr id="4" name="Marcador de posición de fecha 3">
            <a:extLst>
              <a:ext uri="{FF2B5EF4-FFF2-40B4-BE49-F238E27FC236}">
                <a16:creationId xmlns:a16="http://schemas.microsoft.com/office/drawing/2014/main" id="{56403DDF-462A-45CE-931B-010AB4F73C3F}"/>
              </a:ext>
            </a:extLst>
          </p:cNvPr>
          <p:cNvSpPr>
            <a:spLocks noGrp="1"/>
          </p:cNvSpPr>
          <p:nvPr>
            <p:ph type="dt" sz="half" idx="10"/>
          </p:nvPr>
        </p:nvSpPr>
        <p:spPr/>
        <p:txBody>
          <a:bodyPr rtlCol="0"/>
          <a:lstStyle/>
          <a:p>
            <a:pPr rtl="0"/>
            <a:r>
              <a:rPr lang="es-MX"/>
              <a:t>Martes, 2 de febrero de 20XX</a:t>
            </a:r>
          </a:p>
        </p:txBody>
      </p:sp>
      <p:sp>
        <p:nvSpPr>
          <p:cNvPr id="5" name="Marcador de pie de página 4">
            <a:extLst>
              <a:ext uri="{FF2B5EF4-FFF2-40B4-BE49-F238E27FC236}">
                <a16:creationId xmlns:a16="http://schemas.microsoft.com/office/drawing/2014/main" id="{39E10702-2ACF-4768-9E91-8CB87B89594D}"/>
              </a:ext>
            </a:extLst>
          </p:cNvPr>
          <p:cNvSpPr>
            <a:spLocks noGrp="1"/>
          </p:cNvSpPr>
          <p:nvPr>
            <p:ph type="ftr" sz="quarter" idx="11"/>
          </p:nvPr>
        </p:nvSpPr>
        <p:spPr/>
        <p:txBody>
          <a:bodyPr rtlCol="0"/>
          <a:lstStyle/>
          <a:p>
            <a:pPr rtl="0"/>
            <a:r>
              <a:rPr lang="es-MX"/>
              <a:t>Ejemplo de Texto al pie de página</a:t>
            </a:r>
          </a:p>
        </p:txBody>
      </p:sp>
      <p:sp>
        <p:nvSpPr>
          <p:cNvPr id="6" name="Marcador de número de diapositiva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rtlCol="0"/>
          <a:lstStyle/>
          <a:p>
            <a:pPr rtl="0"/>
            <a:fld id="{DBA1B0FB-D917-4C8C-928F-313BD683BF39}" type="slidenum">
              <a:rPr lang="es-MX" smtClean="0"/>
              <a:t>‹#›</a:t>
            </a:fld>
            <a:endParaRPr lang="es-MX"/>
          </a:p>
        </p:txBody>
      </p:sp>
      <p:sp>
        <p:nvSpPr>
          <p:cNvPr id="13" name="Rectángulo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14" name="Rectángulo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a:p>
        </p:txBody>
      </p:sp>
      <p:sp>
        <p:nvSpPr>
          <p:cNvPr id="15" name="Título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rtlCol="0" anchor="b" anchorCtr="0">
            <a:noAutofit/>
          </a:bodyPr>
          <a:lstStyle>
            <a:lvl1pPr>
              <a:defRPr sz="6400"/>
            </a:lvl1pPr>
          </a:lstStyle>
          <a:p>
            <a:pPr rtl="0"/>
            <a:r>
              <a:rPr lang="es-ES"/>
              <a:t>Haga clic para modificar el estilo de título del patrón</a:t>
            </a:r>
            <a:endParaRPr lang="es-MX" dirty="0"/>
          </a:p>
        </p:txBody>
      </p:sp>
      <p:sp>
        <p:nvSpPr>
          <p:cNvPr id="16" name="Subtítulo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rtlCol="0">
            <a:noAutofit/>
          </a:bodyPr>
          <a:lstStyle>
            <a:lvl1pPr>
              <a:buNone/>
              <a:defRPr sz="2400"/>
            </a:lvl1pPr>
          </a:lstStyle>
          <a:p>
            <a:pPr rtl="0"/>
            <a:r>
              <a:rPr lang="es-ES">
                <a:solidFill>
                  <a:schemeClr val="tx1">
                    <a:alpha val="60000"/>
                  </a:schemeClr>
                </a:solidFill>
              </a:rPr>
              <a:t>Haga clic para modificar el estilo de subtítulo del patrón</a:t>
            </a:r>
            <a:endParaRPr lang="es-MX"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alto de sección">
    <p:bg>
      <p:bgRef idx="1001">
        <a:schemeClr val="bg1"/>
      </p:bgRef>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rtlCol="0"/>
          <a:lstStyle/>
          <a:p>
            <a:pPr rtl="0"/>
            <a:r>
              <a:rPr lang="es-ES"/>
              <a:t>Haga clic en el icono para agregar una imagen</a:t>
            </a:r>
            <a:endParaRPr lang="es-MX"/>
          </a:p>
        </p:txBody>
      </p:sp>
      <p:sp>
        <p:nvSpPr>
          <p:cNvPr id="16" name="Subtítulo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rtlCol="0">
            <a:noAutofit/>
          </a:bodyPr>
          <a:lstStyle>
            <a:lvl1pPr marL="548640" indent="0">
              <a:lnSpc>
                <a:spcPct val="200000"/>
              </a:lnSpc>
              <a:buNone/>
              <a:defRPr/>
            </a:lvl1pPr>
          </a:lstStyle>
          <a:p>
            <a:pPr rtl="0"/>
            <a:r>
              <a:rPr lang="es-ES">
                <a:solidFill>
                  <a:schemeClr val="tx1">
                    <a:alpha val="60000"/>
                  </a:schemeClr>
                </a:solidFill>
              </a:rPr>
              <a:t>Haga clic para modificar el estilo de subtítulo del patrón</a:t>
            </a:r>
            <a:endParaRPr lang="es-MX" dirty="0">
              <a:solidFill>
                <a:schemeClr val="tx1">
                  <a:alpha val="60000"/>
                </a:schemeClr>
              </a:solidFill>
            </a:endParaRPr>
          </a:p>
        </p:txBody>
      </p:sp>
      <p:sp>
        <p:nvSpPr>
          <p:cNvPr id="15" name="Título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rtlCol="0" anchor="b" anchorCtr="0">
            <a:noAutofit/>
          </a:bodyPr>
          <a:lstStyle>
            <a:lvl1pPr marL="548640">
              <a:spcAft>
                <a:spcPts val="1200"/>
              </a:spcAft>
              <a:defRPr sz="6400"/>
            </a:lvl1pPr>
          </a:lstStyle>
          <a:p>
            <a:pPr rtl="0"/>
            <a:r>
              <a:rPr lang="es-ES"/>
              <a:t>Haga clic para modificar el estilo de título del patrón</a:t>
            </a:r>
            <a:endParaRPr lang="es-MX"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Línea del tiempo de la tabla y el gráfico">
    <p:spTree>
      <p:nvGrpSpPr>
        <p:cNvPr id="1" name=""/>
        <p:cNvGrpSpPr/>
        <p:nvPr/>
      </p:nvGrpSpPr>
      <p:grpSpPr>
        <a:xfrm>
          <a:off x="0" y="0"/>
          <a:ext cx="0" cy="0"/>
          <a:chOff x="0" y="0"/>
          <a:chExt cx="0" cy="0"/>
        </a:xfrm>
      </p:grpSpPr>
      <p:grpSp>
        <p:nvGrpSpPr>
          <p:cNvPr id="12" name="Grupo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orma libre: Forma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solidFill>
                  <a:schemeClr val="tx1"/>
                </a:solidFill>
              </a:endParaRPr>
            </a:p>
          </p:txBody>
        </p:sp>
        <p:sp>
          <p:nvSpPr>
            <p:cNvPr id="14" name="Elips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5" name="Elips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6" name="Forma libre: Forma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solidFill>
                  <a:schemeClr val="tx1"/>
                </a:solidFill>
              </a:endParaRPr>
            </a:p>
          </p:txBody>
        </p:sp>
      </p:grpSp>
      <p:sp>
        <p:nvSpPr>
          <p:cNvPr id="2" name="Título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s-MX" dirty="0"/>
            </a:lvl1pPr>
          </a:lstStyle>
          <a:p>
            <a:pPr lvl="0" rtl="0">
              <a:lnSpc>
                <a:spcPct val="100000"/>
              </a:lnSpc>
            </a:pPr>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rtlCol="0">
            <a:noAutofit/>
          </a:body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dirty="0"/>
          </a:p>
        </p:txBody>
      </p:sp>
      <p:sp>
        <p:nvSpPr>
          <p:cNvPr id="4" name="Marcador de fecha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noAutofit/>
          </a:bodyPr>
          <a:lstStyle/>
          <a:p>
            <a:pPr rtl="0"/>
            <a:r>
              <a:rPr lang="es-MX"/>
              <a:t>Martes, 2 de febrero de 20XX</a:t>
            </a:r>
          </a:p>
        </p:txBody>
      </p:sp>
      <p:sp>
        <p:nvSpPr>
          <p:cNvPr id="5" name="Marcador de pie de página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noAutofit/>
          </a:bodyPr>
          <a:lstStyle/>
          <a:p>
            <a:pPr rtl="0"/>
            <a:r>
              <a:rPr lang="es-MX"/>
              <a:t>Ejemplo de Texto al pie de página</a:t>
            </a:r>
          </a:p>
        </p:txBody>
      </p:sp>
      <p:sp>
        <p:nvSpPr>
          <p:cNvPr id="6" name="Marcador de número de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ita">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rtlCol="0" anchor="b" anchorCtr="0">
            <a:noAutofit/>
          </a:bodyPr>
          <a:lstStyle>
            <a:lvl1pPr>
              <a:defRPr sz="4000"/>
            </a:lvl1pPr>
          </a:lstStyle>
          <a:p>
            <a:pPr rtl="0"/>
            <a:r>
              <a:rPr lang="es-ES"/>
              <a:t>Haga clic para modificar el estilo de título del patrón</a:t>
            </a:r>
            <a:endParaRPr lang="es-MX" dirty="0"/>
          </a:p>
        </p:txBody>
      </p:sp>
      <p:grpSp>
        <p:nvGrpSpPr>
          <p:cNvPr id="8" name="Grupo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orma libre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0" name="Forma libre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1" name="Forma libre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12" name="Elipse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7" name="Marcador de contenido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rtlCol="0">
            <a:noAutofit/>
          </a:bodyPr>
          <a:lstStyle>
            <a:lvl1pPr>
              <a:buNone/>
              <a:defRPr sz="2400"/>
            </a:lvl1pPr>
            <a:lvl2pPr>
              <a:defRPr sz="2000"/>
            </a:lvl2pPr>
            <a:lvl3pPr>
              <a:defRPr sz="2000"/>
            </a:lvl3pPr>
            <a:lvl4pPr>
              <a:defRPr sz="2000"/>
            </a:lvl4pPr>
            <a:lvl5pPr>
              <a:defRPr sz="2000"/>
            </a:lvl5pPr>
          </a:lstStyle>
          <a:p>
            <a:pPr lvl="0" rtl="0"/>
            <a:r>
              <a:rPr lang="es-ES"/>
              <a:t>Haga clic para modificar los estilos de texto del patrón</a:t>
            </a:r>
          </a:p>
        </p:txBody>
      </p:sp>
      <p:sp>
        <p:nvSpPr>
          <p:cNvPr id="15" name="Marcador de posición de imagen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rtlCol="0">
            <a:noAutofit/>
          </a:bodyPr>
          <a:lstStyle/>
          <a:p>
            <a:pPr rtl="0"/>
            <a:r>
              <a:rPr lang="es-ES"/>
              <a:t>Haga clic en el icono para agregar una imagen</a:t>
            </a:r>
            <a:endParaRPr lang="es-MX"/>
          </a:p>
        </p:txBody>
      </p:sp>
      <p:sp>
        <p:nvSpPr>
          <p:cNvPr id="2" name="Marcador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s-MX"/>
              <a:t>Martes, 2 de febrero de 20XX</a:t>
            </a:r>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s-MX"/>
              <a:t>Ejemplo de Texto al pie de página</a:t>
            </a:r>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Equipo">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a:p>
        </p:txBody>
      </p:sp>
      <p:sp>
        <p:nvSpPr>
          <p:cNvPr id="34" name="Elipse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40" name="Título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rtlCol="0">
            <a:noAutofit/>
          </a:bodyPr>
          <a:lstStyle/>
          <a:p>
            <a:pPr rtl="0"/>
            <a:r>
              <a:rPr lang="es-MX"/>
              <a:t>Equipo</a:t>
            </a:r>
          </a:p>
        </p:txBody>
      </p:sp>
      <p:grpSp>
        <p:nvGrpSpPr>
          <p:cNvPr id="51" name="Grupo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orma libre: Forma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a:p>
          </p:txBody>
        </p:sp>
        <p:sp>
          <p:nvSpPr>
            <p:cNvPr id="53" name="Forma libre: Forma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a:solidFill>
                  <a:schemeClr val="tx1"/>
                </a:solidFill>
              </a:endParaRPr>
            </a:p>
          </p:txBody>
        </p:sp>
        <p:sp>
          <p:nvSpPr>
            <p:cNvPr id="54" name="Elipse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55" name="Elipse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56" name="Marcador de posición de imagen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rtlCol="0">
            <a:noAutofit/>
          </a:bodyPr>
          <a:lstStyle/>
          <a:p>
            <a:pPr rtl="0"/>
            <a:r>
              <a:rPr lang="es-ES"/>
              <a:t>Haga clic en el icono para agregar una imagen</a:t>
            </a:r>
            <a:endParaRPr lang="es-MX"/>
          </a:p>
        </p:txBody>
      </p:sp>
      <p:sp>
        <p:nvSpPr>
          <p:cNvPr id="57" name="Marcador de posición de imagen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rtlCol="0">
            <a:noAutofit/>
          </a:bodyPr>
          <a:lstStyle/>
          <a:p>
            <a:pPr rtl="0"/>
            <a:r>
              <a:rPr lang="es-ES"/>
              <a:t>Haga clic en el icono para agregar una imagen</a:t>
            </a:r>
            <a:endParaRPr lang="es-MX"/>
          </a:p>
        </p:txBody>
      </p:sp>
      <p:sp>
        <p:nvSpPr>
          <p:cNvPr id="58" name="Marcador de posición de imagen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rtlCol="0">
            <a:noAutofit/>
          </a:bodyPr>
          <a:lstStyle/>
          <a:p>
            <a:pPr rtl="0"/>
            <a:r>
              <a:rPr lang="es-ES"/>
              <a:t>Haga clic en el icono para agregar una imagen</a:t>
            </a:r>
            <a:endParaRPr lang="es-MX" dirty="0"/>
          </a:p>
        </p:txBody>
      </p:sp>
      <p:sp>
        <p:nvSpPr>
          <p:cNvPr id="59" name="Marcador de posición de imagen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rtlCol="0">
            <a:noAutofit/>
          </a:bodyPr>
          <a:lstStyle/>
          <a:p>
            <a:pPr rtl="0"/>
            <a:r>
              <a:rPr lang="es-ES"/>
              <a:t>Haga clic en el icono para agregar una imagen</a:t>
            </a:r>
            <a:endParaRPr lang="es-MX"/>
          </a:p>
        </p:txBody>
      </p:sp>
      <p:sp>
        <p:nvSpPr>
          <p:cNvPr id="63" name="Marcador de texto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rtlCol="0">
            <a:noAutofit/>
          </a:bodyPr>
          <a:lstStyle>
            <a:lvl1pPr>
              <a:buNone/>
              <a:defRPr sz="2000" b="1"/>
            </a:lvl1pPr>
          </a:lstStyle>
          <a:p>
            <a:pPr lvl="0" rtl="0"/>
            <a:r>
              <a:rPr lang="es-MX"/>
              <a:t>Nombre</a:t>
            </a:r>
          </a:p>
        </p:txBody>
      </p:sp>
      <p:sp>
        <p:nvSpPr>
          <p:cNvPr id="61" name="Marcador de texto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rtlCol="0">
            <a:noAutofit/>
          </a:bodyPr>
          <a:lstStyle>
            <a:lvl1pPr>
              <a:buNone/>
              <a:defRPr sz="1800"/>
            </a:lvl1pPr>
          </a:lstStyle>
          <a:p>
            <a:pPr lvl="0" rtl="0"/>
            <a:r>
              <a:rPr lang="es-MX"/>
              <a:t>Título</a:t>
            </a:r>
          </a:p>
        </p:txBody>
      </p:sp>
      <p:sp>
        <p:nvSpPr>
          <p:cNvPr id="65" name="Marcador de texto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rtlCol="0">
            <a:noAutofit/>
          </a:bodyPr>
          <a:lstStyle>
            <a:lvl1pPr>
              <a:buNone/>
              <a:defRPr sz="2000" b="1"/>
            </a:lvl1pPr>
          </a:lstStyle>
          <a:p>
            <a:pPr lvl="0" rtl="0"/>
            <a:r>
              <a:rPr lang="es-MX"/>
              <a:t>Nombre</a:t>
            </a:r>
          </a:p>
        </p:txBody>
      </p:sp>
      <p:sp>
        <p:nvSpPr>
          <p:cNvPr id="64" name="Marcador de texto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rtlCol="0">
            <a:noAutofit/>
          </a:bodyPr>
          <a:lstStyle>
            <a:lvl1pPr>
              <a:buNone/>
              <a:defRPr sz="1800"/>
            </a:lvl1pPr>
          </a:lstStyle>
          <a:p>
            <a:pPr lvl="0" rtl="0"/>
            <a:r>
              <a:rPr lang="es-MX"/>
              <a:t>Título</a:t>
            </a:r>
          </a:p>
        </p:txBody>
      </p:sp>
      <p:sp>
        <p:nvSpPr>
          <p:cNvPr id="67" name="Marcador de texto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rtlCol="0">
            <a:noAutofit/>
          </a:bodyPr>
          <a:lstStyle>
            <a:lvl1pPr>
              <a:buNone/>
              <a:defRPr sz="2000" b="1"/>
            </a:lvl1pPr>
          </a:lstStyle>
          <a:p>
            <a:pPr lvl="0" rtl="0"/>
            <a:r>
              <a:rPr lang="es-MX"/>
              <a:t>Nombre</a:t>
            </a:r>
          </a:p>
        </p:txBody>
      </p:sp>
      <p:sp>
        <p:nvSpPr>
          <p:cNvPr id="66" name="Marcador de texto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rtlCol="0">
            <a:noAutofit/>
          </a:bodyPr>
          <a:lstStyle>
            <a:lvl1pPr>
              <a:buNone/>
              <a:defRPr sz="1800"/>
            </a:lvl1pPr>
          </a:lstStyle>
          <a:p>
            <a:pPr lvl="0" rtl="0"/>
            <a:r>
              <a:rPr lang="es-MX"/>
              <a:t>Título</a:t>
            </a:r>
          </a:p>
        </p:txBody>
      </p:sp>
      <p:sp>
        <p:nvSpPr>
          <p:cNvPr id="69" name="Marcador de texto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rtlCol="0">
            <a:noAutofit/>
          </a:bodyPr>
          <a:lstStyle>
            <a:lvl1pPr>
              <a:buNone/>
              <a:defRPr sz="2000" b="1"/>
            </a:lvl1pPr>
          </a:lstStyle>
          <a:p>
            <a:pPr lvl="0" rtl="0"/>
            <a:r>
              <a:rPr lang="es-MX"/>
              <a:t>Nombre</a:t>
            </a:r>
          </a:p>
        </p:txBody>
      </p:sp>
      <p:sp>
        <p:nvSpPr>
          <p:cNvPr id="68" name="Marcador de texto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rtlCol="0">
            <a:noAutofit/>
          </a:bodyPr>
          <a:lstStyle>
            <a:lvl1pPr>
              <a:buNone/>
              <a:defRPr sz="1800"/>
            </a:lvl1pPr>
          </a:lstStyle>
          <a:p>
            <a:pPr lvl="0" rtl="0"/>
            <a:r>
              <a:rPr lang="es-MX"/>
              <a:t>Título</a:t>
            </a:r>
          </a:p>
        </p:txBody>
      </p:sp>
      <p:sp>
        <p:nvSpPr>
          <p:cNvPr id="4" name="Marcador de fecha 3">
            <a:extLst>
              <a:ext uri="{FF2B5EF4-FFF2-40B4-BE49-F238E27FC236}">
                <a16:creationId xmlns:a16="http://schemas.microsoft.com/office/drawing/2014/main" id="{D8661572-1A59-4E3B-BA65-3329E9468C69}"/>
              </a:ext>
            </a:extLst>
          </p:cNvPr>
          <p:cNvSpPr>
            <a:spLocks noGrp="1"/>
          </p:cNvSpPr>
          <p:nvPr>
            <p:ph type="dt" sz="half" idx="10"/>
          </p:nvPr>
        </p:nvSpPr>
        <p:spPr/>
        <p:txBody>
          <a:bodyPr rtlCol="0">
            <a:noAutofit/>
          </a:bodyPr>
          <a:lstStyle/>
          <a:p>
            <a:pPr rtl="0"/>
            <a:r>
              <a:rPr lang="es-MX"/>
              <a:t>Martes, 2 de febrero de 20XX</a:t>
            </a:r>
            <a:endParaRPr lang="es-MX" dirty="0"/>
          </a:p>
        </p:txBody>
      </p:sp>
      <p:sp>
        <p:nvSpPr>
          <p:cNvPr id="5" name="Marcador de pie de página 4">
            <a:extLst>
              <a:ext uri="{FF2B5EF4-FFF2-40B4-BE49-F238E27FC236}">
                <a16:creationId xmlns:a16="http://schemas.microsoft.com/office/drawing/2014/main" id="{AFEF84F1-99FE-4F0B-9E76-F581C2C1B6D9}"/>
              </a:ext>
            </a:extLst>
          </p:cNvPr>
          <p:cNvSpPr>
            <a:spLocks noGrp="1"/>
          </p:cNvSpPr>
          <p:nvPr>
            <p:ph type="ftr" sz="quarter" idx="11"/>
          </p:nvPr>
        </p:nvSpPr>
        <p:spPr/>
        <p:txBody>
          <a:bodyPr rtlCol="0">
            <a:noAutofit/>
          </a:bodyPr>
          <a:lstStyle/>
          <a:p>
            <a:pPr rtl="0"/>
            <a:r>
              <a:rPr lang="es-MX"/>
              <a:t>Ejemplo de Texto al pie de página</a:t>
            </a:r>
          </a:p>
        </p:txBody>
      </p:sp>
      <p:sp>
        <p:nvSpPr>
          <p:cNvPr id="6" name="Marcador de número de diapositiva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lumna de contenido 2 (diapositiva de comparación)">
    <p:spTree>
      <p:nvGrpSpPr>
        <p:cNvPr id="1" name=""/>
        <p:cNvGrpSpPr/>
        <p:nvPr/>
      </p:nvGrpSpPr>
      <p:grpSpPr>
        <a:xfrm>
          <a:off x="0" y="0"/>
          <a:ext cx="0" cy="0"/>
          <a:chOff x="0" y="0"/>
          <a:chExt cx="0" cy="0"/>
        </a:xfrm>
      </p:grpSpPr>
      <p:sp>
        <p:nvSpPr>
          <p:cNvPr id="12" name="Elipse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1" name="Rectángulo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a:p>
        </p:txBody>
      </p:sp>
      <p:sp>
        <p:nvSpPr>
          <p:cNvPr id="2" name="Título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s-MX" sz="4800" dirty="0"/>
            </a:lvl1pPr>
          </a:lstStyle>
          <a:p>
            <a:pPr lvl="0" rtl="0">
              <a:lnSpc>
                <a:spcPct val="100000"/>
              </a:lnSpc>
            </a:pPr>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rtlCol="0"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a:t>Haga clic para modificar los estilos de texto del patrón</a:t>
            </a:r>
          </a:p>
        </p:txBody>
      </p:sp>
      <p:sp>
        <p:nvSpPr>
          <p:cNvPr id="4" name="Marcador de contenido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rtlCol="0">
            <a:noAutofit/>
          </a:bodyPr>
          <a:lstStyle>
            <a:lvl1pPr>
              <a:defRPr sz="2400"/>
            </a:lvl1pPr>
            <a:lvl2pPr>
              <a:defRPr sz="1600"/>
            </a:lvl2pPr>
            <a:lvl3pPr>
              <a:defRPr sz="1600"/>
            </a:lvl3pPr>
            <a:lvl4pPr>
              <a:defRPr sz="1600"/>
            </a:lvl4pPr>
            <a:lvl5pPr>
              <a:defRPr sz="1600"/>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a:p>
        </p:txBody>
      </p:sp>
      <p:sp>
        <p:nvSpPr>
          <p:cNvPr id="5" name="Marcador de texto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s-MX" sz="1400" b="0" cap="all" spc="200" baseline="0" dirty="0">
                <a:solidFill>
                  <a:schemeClr val="tx1"/>
                </a:solidFill>
              </a:defRPr>
            </a:lvl1pPr>
          </a:lstStyle>
          <a:p>
            <a:pPr marL="228600" lvl="0" indent="-228600" rtl="0"/>
            <a:r>
              <a:rPr lang="es-ES"/>
              <a:t>Haga clic para modificar los estilos de texto del patrón</a:t>
            </a:r>
          </a:p>
        </p:txBody>
      </p:sp>
      <p:sp>
        <p:nvSpPr>
          <p:cNvPr id="6" name="Marcador de contenido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rtlCol="0">
            <a:noAutofit/>
          </a:bodyPr>
          <a:lstStyle>
            <a:lvl1pPr>
              <a:defRPr sz="2400"/>
            </a:lvl1pPr>
            <a:lvl2pPr>
              <a:defRPr sz="1600"/>
            </a:lvl2pPr>
            <a:lvl3pPr>
              <a:defRPr sz="1600"/>
            </a:lvl3pPr>
            <a:lvl4pPr>
              <a:defRPr sz="1600"/>
            </a:lvl4pPr>
            <a:lvl5pPr>
              <a:defRPr sz="1600"/>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a:p>
        </p:txBody>
      </p:sp>
      <p:sp>
        <p:nvSpPr>
          <p:cNvPr id="7" name="Marcador de fecha 6">
            <a:extLst>
              <a:ext uri="{FF2B5EF4-FFF2-40B4-BE49-F238E27FC236}">
                <a16:creationId xmlns:a16="http://schemas.microsoft.com/office/drawing/2014/main" id="{DDCDCD5B-3F26-4AFA-8BD4-E5D8DD2AF494}"/>
              </a:ext>
            </a:extLst>
          </p:cNvPr>
          <p:cNvSpPr>
            <a:spLocks noGrp="1"/>
          </p:cNvSpPr>
          <p:nvPr>
            <p:ph type="dt" sz="half" idx="10"/>
          </p:nvPr>
        </p:nvSpPr>
        <p:spPr/>
        <p:txBody>
          <a:bodyPr rtlCol="0">
            <a:noAutofit/>
          </a:bodyPr>
          <a:lstStyle/>
          <a:p>
            <a:pPr rtl="0"/>
            <a:r>
              <a:rPr lang="es-MX"/>
              <a:t>Martes, 2 de febrero de 20XX</a:t>
            </a:r>
          </a:p>
        </p:txBody>
      </p:sp>
      <p:sp>
        <p:nvSpPr>
          <p:cNvPr id="8" name="Marcador de pie de página 7">
            <a:extLst>
              <a:ext uri="{FF2B5EF4-FFF2-40B4-BE49-F238E27FC236}">
                <a16:creationId xmlns:a16="http://schemas.microsoft.com/office/drawing/2014/main" id="{3D10D1EE-83A0-4FB5-9B25-8A73DE891A87}"/>
              </a:ext>
            </a:extLst>
          </p:cNvPr>
          <p:cNvSpPr>
            <a:spLocks noGrp="1"/>
          </p:cNvSpPr>
          <p:nvPr>
            <p:ph type="ftr" sz="quarter" idx="11"/>
          </p:nvPr>
        </p:nvSpPr>
        <p:spPr/>
        <p:txBody>
          <a:bodyPr rtlCol="0">
            <a:noAutofit/>
          </a:bodyPr>
          <a:lstStyle/>
          <a:p>
            <a:pPr rtl="0"/>
            <a:r>
              <a:rPr lang="es-MX"/>
              <a:t>Muestra de texto de pie de página</a:t>
            </a:r>
          </a:p>
        </p:txBody>
      </p:sp>
      <p:sp>
        <p:nvSpPr>
          <p:cNvPr id="9" name="Marcador de número de diapositiva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lumna de contenido 3">
    <p:spTree>
      <p:nvGrpSpPr>
        <p:cNvPr id="1" name=""/>
        <p:cNvGrpSpPr/>
        <p:nvPr/>
      </p:nvGrpSpPr>
      <p:grpSpPr>
        <a:xfrm>
          <a:off x="0" y="0"/>
          <a:ext cx="0" cy="0"/>
          <a:chOff x="0" y="0"/>
          <a:chExt cx="0" cy="0"/>
        </a:xfrm>
      </p:grpSpPr>
      <p:grpSp>
        <p:nvGrpSpPr>
          <p:cNvPr id="34" name="Grupo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orma libre: Forma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p>
          </p:txBody>
        </p:sp>
        <p:sp>
          <p:nvSpPr>
            <p:cNvPr id="36" name="Forma libre: Forma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solidFill>
                  <a:schemeClr val="tx1"/>
                </a:solidFill>
              </a:endParaRPr>
            </a:p>
          </p:txBody>
        </p:sp>
        <p:sp>
          <p:nvSpPr>
            <p:cNvPr id="37" name="Elipse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38" name="Elipse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19" name="Forma libre: Forma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0" name="Elipse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5" name="Elipse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5" name="Título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s-MX" sz="4800" dirty="0"/>
            </a:lvl1pPr>
          </a:lstStyle>
          <a:p>
            <a:pPr lvl="0" rtl="0">
              <a:lnSpc>
                <a:spcPct val="100000"/>
              </a:lnSpc>
            </a:pPr>
            <a:r>
              <a:rPr lang="es-ES"/>
              <a:t>Haga clic para modificar el estilo de título del patrón</a:t>
            </a:r>
            <a:endParaRPr lang="es-MX"/>
          </a:p>
        </p:txBody>
      </p:sp>
      <p:sp>
        <p:nvSpPr>
          <p:cNvPr id="16" name="Marcador de texto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rtlCol="0"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a:t>Haga clic para modificar los estilos de texto del patrón</a:t>
            </a:r>
          </a:p>
        </p:txBody>
      </p:sp>
      <p:sp>
        <p:nvSpPr>
          <p:cNvPr id="17" name="Marcador de contenido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rtlCol="0">
            <a:noAutofit/>
          </a:bodyPr>
          <a:lstStyle>
            <a:lvl1pPr>
              <a:defRPr sz="1800"/>
            </a:lvl1pPr>
            <a:lvl2pPr>
              <a:defRPr sz="1800"/>
            </a:lvl2pPr>
            <a:lvl3pPr>
              <a:defRPr sz="1800"/>
            </a:lvl3pPr>
            <a:lvl4pPr>
              <a:defRPr sz="1800"/>
            </a:lvl4pPr>
            <a:lvl5pPr>
              <a:defRPr sz="1800"/>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a:p>
        </p:txBody>
      </p:sp>
      <p:sp>
        <p:nvSpPr>
          <p:cNvPr id="22" name="Marcador de texto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s-MX" sz="2000" b="0" cap="all" spc="200" baseline="0" dirty="0">
                <a:solidFill>
                  <a:schemeClr val="tx1"/>
                </a:solidFill>
              </a:defRPr>
            </a:lvl1pPr>
          </a:lstStyle>
          <a:p>
            <a:pPr marL="228600" lvl="0" indent="-228600" rtl="0"/>
            <a:r>
              <a:rPr lang="es-ES"/>
              <a:t>Haga clic para modificar los estilos de texto del patrón</a:t>
            </a:r>
          </a:p>
        </p:txBody>
      </p:sp>
      <p:sp>
        <p:nvSpPr>
          <p:cNvPr id="23" name="Marcador de contenido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rtlCol="0">
            <a:noAutofit/>
          </a:bodyPr>
          <a:lstStyle>
            <a:lvl1pPr>
              <a:defRPr sz="1700"/>
            </a:lvl1pPr>
            <a:lvl2pPr>
              <a:defRPr sz="1700"/>
            </a:lvl2pPr>
            <a:lvl3pPr>
              <a:defRPr sz="1700"/>
            </a:lvl3pPr>
            <a:lvl4pPr>
              <a:defRPr sz="1700"/>
            </a:lvl4pPr>
            <a:lvl5pPr>
              <a:defRPr sz="1700"/>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a:p>
        </p:txBody>
      </p:sp>
      <p:sp>
        <p:nvSpPr>
          <p:cNvPr id="18" name="Marcador de texto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s-MX" sz="2000" b="0" cap="all" spc="200" baseline="0" dirty="0">
                <a:solidFill>
                  <a:schemeClr val="tx1"/>
                </a:solidFill>
              </a:defRPr>
            </a:lvl1pPr>
          </a:lstStyle>
          <a:p>
            <a:pPr marL="228600" lvl="0" indent="-228600" rtl="0"/>
            <a:r>
              <a:rPr lang="es-MX"/>
              <a:t>Haz clic para EDITAR</a:t>
            </a:r>
          </a:p>
        </p:txBody>
      </p:sp>
      <p:sp>
        <p:nvSpPr>
          <p:cNvPr id="21" name="Marcador de contenido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rtlCol="0">
            <a:noAutofit/>
          </a:bodyPr>
          <a:lstStyle>
            <a:lvl1pPr>
              <a:defRPr sz="1700"/>
            </a:lvl1pPr>
            <a:lvl2pPr>
              <a:defRPr sz="1700"/>
            </a:lvl2pPr>
            <a:lvl3pPr>
              <a:defRPr sz="1700"/>
            </a:lvl3pPr>
            <a:lvl4pPr>
              <a:defRPr sz="1700"/>
            </a:lvl4pPr>
            <a:lvl5pPr>
              <a:defRPr sz="1700"/>
            </a:lvl5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a:p>
        </p:txBody>
      </p:sp>
      <p:sp>
        <p:nvSpPr>
          <p:cNvPr id="4" name="Marcador de posición de fecha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noAutofit/>
          </a:bodyPr>
          <a:lstStyle/>
          <a:p>
            <a:pPr rtl="0"/>
            <a:r>
              <a:rPr lang="es-MX"/>
              <a:t>Martes, 2 de febrero de 20XX</a:t>
            </a:r>
            <a:endParaRPr lang="es-MX" dirty="0"/>
          </a:p>
        </p:txBody>
      </p:sp>
      <p:sp>
        <p:nvSpPr>
          <p:cNvPr id="5" name="Marcador de pie de página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noAutofit/>
          </a:bodyPr>
          <a:lstStyle/>
          <a:p>
            <a:pPr rtl="0"/>
            <a:r>
              <a:rPr lang="es-MX"/>
              <a:t>Ejemplo de Texto al pie de página</a:t>
            </a:r>
          </a:p>
        </p:txBody>
      </p:sp>
      <p:sp>
        <p:nvSpPr>
          <p:cNvPr id="6" name="Marcador de número de diapositiva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Resumen">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rtlCol="0" anchor="t" anchorCtr="0">
            <a:noAutofit/>
          </a:bodyPr>
          <a:lstStyle/>
          <a:p>
            <a:pPr rtl="0"/>
            <a:r>
              <a:rPr lang="es-ES"/>
              <a:t>Haga clic para modificar el estilo de título del patrón</a:t>
            </a:r>
            <a:endParaRPr lang="es-MX"/>
          </a:p>
        </p:txBody>
      </p:sp>
      <p:sp>
        <p:nvSpPr>
          <p:cNvPr id="10" name="Marcador de posición de imagen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rtlCol="0">
            <a:noAutofit/>
          </a:bodyPr>
          <a:lstStyle/>
          <a:p>
            <a:pPr rtl="0"/>
            <a:r>
              <a:rPr lang="es-ES"/>
              <a:t>Haga clic en el icono para agregar una imagen</a:t>
            </a:r>
            <a:endParaRPr lang="es-MX"/>
          </a:p>
        </p:txBody>
      </p:sp>
      <p:sp>
        <p:nvSpPr>
          <p:cNvPr id="7" name="Marcador de contenido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rtlCol="0">
            <a:noAutofit/>
          </a:bodyPr>
          <a:lstStyle>
            <a:lvl1pPr marL="0" indent="0">
              <a:buNone/>
              <a:defRPr sz="2000"/>
            </a:lvl1pPr>
            <a:lvl2pPr>
              <a:buNone/>
              <a:defRPr sz="1900"/>
            </a:lvl2pPr>
            <a:lvl3pPr>
              <a:buNone/>
              <a:defRPr sz="1900"/>
            </a:lvl3pPr>
            <a:lvl4pPr>
              <a:buNone/>
              <a:defRPr sz="1900"/>
            </a:lvl4pPr>
            <a:lvl5pPr>
              <a:buNone/>
              <a:defRPr sz="1900"/>
            </a:lvl5pPr>
          </a:lstStyle>
          <a:p>
            <a:pPr lvl="0" rtl="0"/>
            <a:r>
              <a:rPr lang="es-ES"/>
              <a:t>Haga clic para modificar los estilos de texto del patrón</a:t>
            </a:r>
          </a:p>
        </p:txBody>
      </p:sp>
      <p:sp>
        <p:nvSpPr>
          <p:cNvPr id="2" name="Marcador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s-MX"/>
              <a:t>Martes, 2 de febrero de 20XX</a:t>
            </a:r>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s-MX"/>
              <a:t>Ejemplo de Texto al pie de página</a:t>
            </a:r>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
        <p:nvSpPr>
          <p:cNvPr id="8" name="Elipse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ierre">
    <p:spTree>
      <p:nvGrpSpPr>
        <p:cNvPr id="1" name=""/>
        <p:cNvGrpSpPr/>
        <p:nvPr/>
      </p:nvGrpSpPr>
      <p:grpSpPr>
        <a:xfrm>
          <a:off x="0" y="0"/>
          <a:ext cx="0" cy="0"/>
          <a:chOff x="0" y="0"/>
          <a:chExt cx="0" cy="0"/>
        </a:xfrm>
      </p:grpSpPr>
      <p:sp>
        <p:nvSpPr>
          <p:cNvPr id="28" name="Título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rtlCol="0" anchor="b" anchorCtr="0">
            <a:noAutofit/>
          </a:bodyPr>
          <a:lstStyle/>
          <a:p>
            <a:pPr rtl="0"/>
            <a:r>
              <a:rPr lang="es-ES"/>
              <a:t>Haga clic para modificar el estilo de título del patrón</a:t>
            </a:r>
            <a:endParaRPr lang="es-MX" dirty="0"/>
          </a:p>
        </p:txBody>
      </p:sp>
      <p:sp>
        <p:nvSpPr>
          <p:cNvPr id="31" name="Subtítulo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rtlCol="0">
            <a:noAutofit/>
          </a:bodyPr>
          <a:lstStyle>
            <a:lvl1pPr>
              <a:buNone/>
              <a:defRPr sz="2400"/>
            </a:lvl1pPr>
          </a:lstStyle>
          <a:p>
            <a:pPr rtl="0"/>
            <a:r>
              <a:rPr lang="es-ES">
                <a:solidFill>
                  <a:schemeClr val="tx1">
                    <a:alpha val="60000"/>
                  </a:schemeClr>
                </a:solidFill>
              </a:rPr>
              <a:t>Haga clic para modificar el estilo de subtítulo del patrón</a:t>
            </a:r>
            <a:endParaRPr lang="es-MX" dirty="0">
              <a:solidFill>
                <a:schemeClr val="tx1">
                  <a:alpha val="60000"/>
                </a:schemeClr>
              </a:solidFill>
            </a:endParaRPr>
          </a:p>
        </p:txBody>
      </p:sp>
      <p:sp>
        <p:nvSpPr>
          <p:cNvPr id="40" name="Marcador de posición de imagen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rtlCol="0">
            <a:noAutofit/>
          </a:bodyPr>
          <a:lstStyle/>
          <a:p>
            <a:pPr rtl="0"/>
            <a:r>
              <a:rPr lang="es-ES"/>
              <a:t>Haga clic en el icono para agregar una imagen</a:t>
            </a:r>
            <a:endParaRPr lang="es-MX" dirty="0"/>
          </a:p>
        </p:txBody>
      </p:sp>
      <p:sp>
        <p:nvSpPr>
          <p:cNvPr id="42" name="Marcador de posición de imagen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rtlCol="0">
            <a:noAutofit/>
          </a:bodyPr>
          <a:lstStyle/>
          <a:p>
            <a:pPr rtl="0"/>
            <a:r>
              <a:rPr lang="es-ES"/>
              <a:t>Haga clic en el icono para agregar una imagen</a:t>
            </a:r>
            <a:endParaRPr lang="es-MX"/>
          </a:p>
        </p:txBody>
      </p:sp>
      <p:grpSp>
        <p:nvGrpSpPr>
          <p:cNvPr id="43" name="Grupo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orma libre: Forma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MX">
                <a:solidFill>
                  <a:schemeClr val="tx1"/>
                </a:solidFill>
              </a:endParaRPr>
            </a:p>
          </p:txBody>
        </p:sp>
        <p:sp>
          <p:nvSpPr>
            <p:cNvPr id="45" name="Elipse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46" name="Forma libre: Forma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MX">
                <a:solidFill>
                  <a:schemeClr val="tx1"/>
                </a:solidFill>
              </a:endParaRPr>
            </a:p>
          </p:txBody>
        </p:sp>
      </p:grpSp>
      <p:grpSp>
        <p:nvGrpSpPr>
          <p:cNvPr id="15" name="Grupo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orma libre: Forma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1" name="Elipse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5" name="Marcador de fecha 4">
            <a:extLst>
              <a:ext uri="{FF2B5EF4-FFF2-40B4-BE49-F238E27FC236}">
                <a16:creationId xmlns:a16="http://schemas.microsoft.com/office/drawing/2014/main" id="{E57D2D6F-49E8-4217-A908-2D9E43583589}"/>
              </a:ext>
            </a:extLst>
          </p:cNvPr>
          <p:cNvSpPr>
            <a:spLocks noGrp="1"/>
          </p:cNvSpPr>
          <p:nvPr>
            <p:ph type="dt" sz="half" idx="10"/>
          </p:nvPr>
        </p:nvSpPr>
        <p:spPr/>
        <p:txBody>
          <a:bodyPr rtlCol="0">
            <a:noAutofit/>
          </a:bodyPr>
          <a:lstStyle/>
          <a:p>
            <a:pPr rtl="0"/>
            <a:r>
              <a:rPr lang="es-MX"/>
              <a:t>Martes, 2 de febrero de 20XX</a:t>
            </a:r>
          </a:p>
        </p:txBody>
      </p:sp>
      <p:sp>
        <p:nvSpPr>
          <p:cNvPr id="6" name="Marcador de pie de página 5">
            <a:extLst>
              <a:ext uri="{FF2B5EF4-FFF2-40B4-BE49-F238E27FC236}">
                <a16:creationId xmlns:a16="http://schemas.microsoft.com/office/drawing/2014/main" id="{591C4440-6B8D-4A24-A807-8B1302A3DFAF}"/>
              </a:ext>
            </a:extLst>
          </p:cNvPr>
          <p:cNvSpPr>
            <a:spLocks noGrp="1"/>
          </p:cNvSpPr>
          <p:nvPr>
            <p:ph type="ftr" sz="quarter" idx="11"/>
          </p:nvPr>
        </p:nvSpPr>
        <p:spPr/>
        <p:txBody>
          <a:bodyPr rtlCol="0">
            <a:noAutofit/>
          </a:bodyPr>
          <a:lstStyle/>
          <a:p>
            <a:pPr rtl="0"/>
            <a:r>
              <a:rPr lang="es-MX"/>
              <a:t>Ejemplo de Texto al pie de página</a:t>
            </a:r>
          </a:p>
        </p:txBody>
      </p:sp>
      <p:sp>
        <p:nvSpPr>
          <p:cNvPr id="7" name="Marcador de número de diapositiva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
        <p:nvSpPr>
          <p:cNvPr id="17" name="Elipse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rtlCol="0" anchor="t" anchorCtr="0">
            <a:noAutofit/>
          </a:bodyPr>
          <a:lstStyle>
            <a:lvl1pPr algn="l">
              <a:lnSpc>
                <a:spcPct val="100000"/>
              </a:lnSpc>
              <a:defRPr sz="6400"/>
            </a:lvl1pPr>
          </a:lstStyle>
          <a:p>
            <a:pPr rtl="0"/>
            <a:r>
              <a:rPr lang="es-ES"/>
              <a:t>Haga clic para modificar el estilo de título del patrón</a:t>
            </a:r>
            <a:endParaRPr lang="es-MX" dirty="0"/>
          </a:p>
        </p:txBody>
      </p:sp>
      <p:sp>
        <p:nvSpPr>
          <p:cNvPr id="3" name="Subtítulo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rtlCol="0">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a:t>Haga clic para modificar el estilo de subtítulo del patrón</a:t>
            </a:r>
            <a:endParaRPr lang="es-MX" dirty="0"/>
          </a:p>
        </p:txBody>
      </p:sp>
      <p:sp>
        <p:nvSpPr>
          <p:cNvPr id="4" name="Marcador de fecha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noAutofit/>
          </a:bodyPr>
          <a:lstStyle/>
          <a:p>
            <a:pPr rtl="0"/>
            <a:r>
              <a:rPr lang="es-MX"/>
              <a:t>Martes, 2 de febrero de 20XX</a:t>
            </a:r>
            <a:endParaRPr lang="es-MX" dirty="0"/>
          </a:p>
        </p:txBody>
      </p:sp>
      <p:sp>
        <p:nvSpPr>
          <p:cNvPr id="5" name="Marcador de pie de página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noAutofit/>
          </a:bodyPr>
          <a:lstStyle/>
          <a:p>
            <a:pPr rtl="0"/>
            <a:r>
              <a:rPr lang="es-MX"/>
              <a:t>Ejemplo de Texto al pie de página</a:t>
            </a:r>
          </a:p>
        </p:txBody>
      </p:sp>
      <p:sp>
        <p:nvSpPr>
          <p:cNvPr id="6" name="Marcador de número de diapositiva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
        <p:nvSpPr>
          <p:cNvPr id="19" name="Forma libre: Forma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0" name="Elipse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5" name="Elipse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nvGrpSpPr>
          <p:cNvPr id="34" name="Grupo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orma libre: Forma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p>
          </p:txBody>
        </p:sp>
        <p:sp>
          <p:nvSpPr>
            <p:cNvPr id="36" name="Forma libre: Forma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es-MX" dirty="0">
                <a:solidFill>
                  <a:schemeClr val="tx1"/>
                </a:solidFill>
              </a:endParaRPr>
            </a:p>
          </p:txBody>
        </p:sp>
        <p:sp>
          <p:nvSpPr>
            <p:cNvPr id="37" name="Elipse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38" name="Elipse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22" name="Elipse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nvGrpSpPr>
          <p:cNvPr id="13" name="Grupo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orma libre: Forma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21" name="Elips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2" name="Título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rtlCol="0">
            <a:noAutofit/>
          </a:bodyPr>
          <a:lstStyle>
            <a:lvl1pPr>
              <a:lnSpc>
                <a:spcPct val="100000"/>
              </a:lnSpc>
              <a:defRPr/>
            </a:lvl1pPr>
          </a:lstStyle>
          <a:p>
            <a:pPr rtl="0"/>
            <a:r>
              <a:rPr lang="es-ES"/>
              <a:t>Haga clic para modificar el estilo de título del patrón</a:t>
            </a:r>
            <a:endParaRPr lang="es-MX" dirty="0"/>
          </a:p>
        </p:txBody>
      </p:sp>
      <p:sp>
        <p:nvSpPr>
          <p:cNvPr id="3" name="Marcador de contenido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rtlCol="0">
            <a:noAutofit/>
          </a:body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dirty="0"/>
          </a:p>
        </p:txBody>
      </p:sp>
      <p:sp>
        <p:nvSpPr>
          <p:cNvPr id="4" name="Marcador de contenido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rtlCol="0">
            <a:noAutofit/>
          </a:body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dirty="0"/>
          </a:p>
        </p:txBody>
      </p:sp>
      <p:sp>
        <p:nvSpPr>
          <p:cNvPr id="5" name="Marcador de fecha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noAutofit/>
          </a:bodyPr>
          <a:lstStyle/>
          <a:p>
            <a:pPr rtl="0"/>
            <a:r>
              <a:rPr lang="es-MX"/>
              <a:t>Martes, 2 de febrero de 20XX</a:t>
            </a:r>
          </a:p>
        </p:txBody>
      </p:sp>
      <p:sp>
        <p:nvSpPr>
          <p:cNvPr id="6" name="Marcador de pie de página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noAutofit/>
          </a:bodyPr>
          <a:lstStyle/>
          <a:p>
            <a:pPr rtl="0"/>
            <a:r>
              <a:rPr lang="es-MX"/>
              <a:t>Ejemplo de Texto al pie de página</a:t>
            </a:r>
          </a:p>
        </p:txBody>
      </p:sp>
      <p:sp>
        <p:nvSpPr>
          <p:cNvPr id="7"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noAutofit/>
          </a:bodyPr>
          <a:lstStyle/>
          <a:p>
            <a:pPr rtl="0"/>
            <a:r>
              <a:rPr lang="es-MX"/>
              <a:t>Martes, 2 de febrero de 20XX</a:t>
            </a:r>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noAutofit/>
          </a:bodyPr>
          <a:lstStyle/>
          <a:p>
            <a:pPr rtl="0"/>
            <a:r>
              <a:rPr lang="es-MX"/>
              <a:t>Ejemplo de Texto al pie de página</a:t>
            </a:r>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grpSp>
        <p:nvGrpSpPr>
          <p:cNvPr id="8" name="Grupo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orma libre: Forma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sp>
          <p:nvSpPr>
            <p:cNvPr id="12" name="Elipse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MX"/>
            </a:p>
          </p:txBody>
        </p:sp>
      </p:grpSp>
      <p:sp>
        <p:nvSpPr>
          <p:cNvPr id="2" name="Título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rtlCol="0" anchor="t">
            <a:noAutofit/>
          </a:bodyPr>
          <a:lstStyle>
            <a:lvl1pPr>
              <a:lnSpc>
                <a:spcPct val="100000"/>
              </a:lnSpc>
              <a:defRPr sz="3200"/>
            </a:lvl1pPr>
          </a:lstStyle>
          <a:p>
            <a:pPr rtl="0"/>
            <a:r>
              <a:rPr lang="es-ES"/>
              <a:t>Haga clic para modificar el estilo de título del patrón</a:t>
            </a:r>
            <a:endParaRPr lang="es-MX" dirty="0"/>
          </a:p>
        </p:txBody>
      </p:sp>
      <p:sp>
        <p:nvSpPr>
          <p:cNvPr id="3" name="Marcador de contenido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rtlCol="0">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MX" dirty="0"/>
          </a:p>
        </p:txBody>
      </p:sp>
      <p:sp>
        <p:nvSpPr>
          <p:cNvPr id="4" name="Marcador de texto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rtlCol="0">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a:t>Haga clic para modificar los estilos de texto del patrón</a:t>
            </a:r>
          </a:p>
        </p:txBody>
      </p:sp>
      <p:sp>
        <p:nvSpPr>
          <p:cNvPr id="5" name="Marcador de fecha 4">
            <a:extLst>
              <a:ext uri="{FF2B5EF4-FFF2-40B4-BE49-F238E27FC236}">
                <a16:creationId xmlns:a16="http://schemas.microsoft.com/office/drawing/2014/main" id="{EBD47AB1-6EB5-4E2C-B4A7-42DC643E9FF9}"/>
              </a:ext>
            </a:extLst>
          </p:cNvPr>
          <p:cNvSpPr>
            <a:spLocks noGrp="1"/>
          </p:cNvSpPr>
          <p:nvPr>
            <p:ph type="dt" sz="half" idx="10"/>
          </p:nvPr>
        </p:nvSpPr>
        <p:spPr/>
        <p:txBody>
          <a:bodyPr rtlCol="0">
            <a:noAutofit/>
          </a:bodyPr>
          <a:lstStyle/>
          <a:p>
            <a:pPr rtl="0"/>
            <a:r>
              <a:rPr lang="es-MX"/>
              <a:t>Martes, 2 de febrero de 20XX</a:t>
            </a:r>
          </a:p>
        </p:txBody>
      </p:sp>
      <p:sp>
        <p:nvSpPr>
          <p:cNvPr id="6" name="Marcador de pie de página 5">
            <a:extLst>
              <a:ext uri="{FF2B5EF4-FFF2-40B4-BE49-F238E27FC236}">
                <a16:creationId xmlns:a16="http://schemas.microsoft.com/office/drawing/2014/main" id="{5BA9D15F-B6ED-46E1-9840-0B625880EE4B}"/>
              </a:ext>
            </a:extLst>
          </p:cNvPr>
          <p:cNvSpPr>
            <a:spLocks noGrp="1"/>
          </p:cNvSpPr>
          <p:nvPr>
            <p:ph type="ftr" sz="quarter" idx="11"/>
          </p:nvPr>
        </p:nvSpPr>
        <p:spPr/>
        <p:txBody>
          <a:bodyPr rtlCol="0">
            <a:noAutofit/>
          </a:bodyPr>
          <a:lstStyle/>
          <a:p>
            <a:pPr rtl="0"/>
            <a:r>
              <a:rPr lang="es-MX"/>
              <a:t>Ejemplo de Texto al pie de página</a:t>
            </a:r>
          </a:p>
        </p:txBody>
      </p:sp>
      <p:sp>
        <p:nvSpPr>
          <p:cNvPr id="7" name="Marcador de número de diapositiva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rtlCol="0">
            <a:noAutofit/>
          </a:bodyPr>
          <a:lstStyle/>
          <a:p>
            <a:pPr rtl="0"/>
            <a:fld id="{DBA1B0FB-D917-4C8C-928F-313BD683BF39}" type="slidenum">
              <a:rPr lang="es-MX" smtClean="0"/>
              <a:t>‹#›</a:t>
            </a:fld>
            <a:endParaRPr lang="es-MX"/>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rtl="0">
              <a:lnSpc>
                <a:spcPct val="100000"/>
              </a:lnSpc>
            </a:pPr>
            <a:r>
              <a:rPr lang="es-MX"/>
              <a:t>Haga clic para modificar el estilo de título del patrón</a:t>
            </a:r>
            <a:endParaRPr lang="es-MX" dirty="0"/>
          </a:p>
        </p:txBody>
      </p:sp>
      <p:sp>
        <p:nvSpPr>
          <p:cNvPr id="3" name="Marcador de texto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rtl="0"/>
            <a:r>
              <a:rPr lang="es-MX"/>
              <a:t>Haga clic para modificar los estilos de texto del patrón</a:t>
            </a:r>
          </a:p>
          <a:p>
            <a:pPr lvl="1" rtl="0"/>
            <a:r>
              <a:rPr lang="es-MX"/>
              <a:t>Segundo nivel</a:t>
            </a:r>
          </a:p>
          <a:p>
            <a:pPr lvl="2" rtl="0"/>
            <a:r>
              <a:rPr lang="es-MX"/>
              <a:t>Tercer nivel</a:t>
            </a:r>
          </a:p>
          <a:p>
            <a:pPr lvl="3" rtl="0"/>
            <a:r>
              <a:rPr lang="es-MX"/>
              <a:t>Cuarto nivel</a:t>
            </a:r>
          </a:p>
          <a:p>
            <a:pPr lvl="4" rtl="0"/>
            <a:r>
              <a:rPr lang="es-MX"/>
              <a:t>Quinto nivel</a:t>
            </a:r>
          </a:p>
        </p:txBody>
      </p:sp>
      <p:sp>
        <p:nvSpPr>
          <p:cNvPr id="4" name="Marcador de fecha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pPr rtl="0"/>
            <a:r>
              <a:rPr lang="es-MX"/>
              <a:t>Martes, 2 de febrero de 20XX</a:t>
            </a:r>
            <a:endParaRPr lang="es-MX" dirty="0"/>
          </a:p>
        </p:txBody>
      </p:sp>
      <p:sp>
        <p:nvSpPr>
          <p:cNvPr id="5" name="Marcador de pie de página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pPr rtl="0"/>
            <a:r>
              <a:rPr lang="es-MX"/>
              <a:t>Ejemplo de Texto al pie de página</a:t>
            </a:r>
            <a:endParaRPr lang="es-MX" dirty="0"/>
          </a:p>
        </p:txBody>
      </p:sp>
      <p:sp>
        <p:nvSpPr>
          <p:cNvPr id="6" name="Marcador de número de diapositiva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pPr rtl="0"/>
            <a:fld id="{DBA1B0FB-D917-4C8C-928F-313BD683BF39}" type="slidenum">
              <a:rPr lang="es-MX" smtClean="0"/>
              <a:pPr rtl="0"/>
              <a:t>‹#›</a:t>
            </a:fld>
            <a:endParaRPr lang="es-MX"/>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s-MX"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E938C-9D94-4B05-979A-D39FFC457291}"/>
              </a:ext>
            </a:extLst>
          </p:cNvPr>
          <p:cNvSpPr>
            <a:spLocks noGrp="1"/>
          </p:cNvSpPr>
          <p:nvPr>
            <p:ph type="ctrTitle"/>
          </p:nvPr>
        </p:nvSpPr>
        <p:spPr>
          <a:xfrm>
            <a:off x="7999413" y="904402"/>
            <a:ext cx="4060064" cy="2384898"/>
          </a:xfrm>
        </p:spPr>
        <p:txBody>
          <a:bodyPr rtlCol="0" anchor="b" anchorCtr="0">
            <a:normAutofit fontScale="90000"/>
          </a:bodyPr>
          <a:lstStyle/>
          <a:p>
            <a:pPr rtl="0"/>
            <a:r>
              <a:rPr lang="es-MX" dirty="0"/>
              <a:t>Fundamentos de</a:t>
            </a:r>
            <a:br>
              <a:rPr lang="es-MX" dirty="0"/>
            </a:br>
            <a:r>
              <a:rPr lang="es-MX" dirty="0"/>
              <a:t>Física </a:t>
            </a:r>
            <a:br>
              <a:rPr lang="es-MX" dirty="0"/>
            </a:br>
            <a:r>
              <a:rPr lang="es-MX" dirty="0"/>
              <a:t>Eléctrica</a:t>
            </a:r>
          </a:p>
        </p:txBody>
      </p:sp>
      <p:pic>
        <p:nvPicPr>
          <p:cNvPr id="14" name="Marcador de posición de imagen 13" descr="Fondo digital de puntos de datos">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sp>
        <p:nvSpPr>
          <p:cNvPr id="3" name="Subtítulo 2">
            <a:extLst>
              <a:ext uri="{FF2B5EF4-FFF2-40B4-BE49-F238E27FC236}">
                <a16:creationId xmlns:a16="http://schemas.microsoft.com/office/drawing/2014/main" id="{D9A11267-FC52-4990-8D98-010AFABA5544}"/>
              </a:ext>
            </a:extLst>
          </p:cNvPr>
          <p:cNvSpPr>
            <a:spLocks noGrp="1"/>
          </p:cNvSpPr>
          <p:nvPr>
            <p:ph type="body" sz="quarter" idx="14"/>
          </p:nvPr>
        </p:nvSpPr>
        <p:spPr>
          <a:xfrm>
            <a:off x="7999413" y="3568700"/>
            <a:ext cx="3565524" cy="1731963"/>
          </a:xfrm>
        </p:spPr>
        <p:txBody>
          <a:bodyPr rtlCol="0">
            <a:normAutofit/>
          </a:bodyPr>
          <a:lstStyle/>
          <a:p>
            <a:pPr rtl="0"/>
            <a:r>
              <a:rPr lang="es-MX" dirty="0"/>
              <a:t>Facilitador: </a:t>
            </a:r>
            <a:r>
              <a:rPr lang="es-MX" dirty="0" err="1"/>
              <a:t>Melquicedec</a:t>
            </a:r>
            <a:r>
              <a:rPr lang="es-MX" dirty="0"/>
              <a:t> Pérez</a:t>
            </a:r>
          </a:p>
        </p:txBody>
      </p: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46426E-F6F6-4A7C-9181-8C3090996261}"/>
              </a:ext>
            </a:extLst>
          </p:cNvPr>
          <p:cNvSpPr>
            <a:spLocks noGrp="1"/>
          </p:cNvSpPr>
          <p:nvPr>
            <p:ph type="title"/>
          </p:nvPr>
        </p:nvSpPr>
        <p:spPr>
          <a:xfrm>
            <a:off x="550864" y="549276"/>
            <a:ext cx="3565524" cy="1531316"/>
          </a:xfrm>
        </p:spPr>
        <p:txBody>
          <a:bodyPr rtlCol="0"/>
          <a:lstStyle/>
          <a:p>
            <a:pPr rtl="0"/>
            <a:r>
              <a:rPr lang="es-MX" dirty="0"/>
              <a:t>Tema I: </a:t>
            </a:r>
            <a:r>
              <a:rPr lang="es-MX" dirty="0">
                <a:solidFill>
                  <a:srgbClr val="FFC000"/>
                </a:solidFill>
              </a:rPr>
              <a:t>Campo Eléctrico</a:t>
            </a:r>
          </a:p>
        </p:txBody>
      </p:sp>
      <p:sp>
        <p:nvSpPr>
          <p:cNvPr id="3" name="Marcador de contenido 2">
            <a:extLst>
              <a:ext uri="{FF2B5EF4-FFF2-40B4-BE49-F238E27FC236}">
                <a16:creationId xmlns:a16="http://schemas.microsoft.com/office/drawing/2014/main" id="{D3B60D6F-4D0F-4D33-B2A7-159C8583FF00}"/>
              </a:ext>
            </a:extLst>
          </p:cNvPr>
          <p:cNvSpPr>
            <a:spLocks noGrp="1"/>
          </p:cNvSpPr>
          <p:nvPr>
            <p:ph idx="1"/>
          </p:nvPr>
        </p:nvSpPr>
        <p:spPr>
          <a:xfrm>
            <a:off x="444846" y="1596771"/>
            <a:ext cx="3565525" cy="3415519"/>
          </a:xfrm>
        </p:spPr>
        <p:txBody>
          <a:bodyPr rtlCol="0"/>
          <a:lstStyle/>
          <a:p>
            <a:pPr rtl="0"/>
            <a:endParaRPr lang="es-MX" dirty="0"/>
          </a:p>
          <a:p>
            <a:pPr marL="285750" indent="-285750" rtl="0">
              <a:buFont typeface="Arial" panose="020B0604020202020204" pitchFamily="34" charset="0"/>
              <a:buChar char="•"/>
            </a:pPr>
            <a:r>
              <a:rPr lang="es-MX" sz="1800" dirty="0"/>
              <a:t>Historia de la Electricidad: Los experimentos de Tales de Mileto</a:t>
            </a:r>
          </a:p>
          <a:p>
            <a:pPr marL="285750" indent="-285750" rtl="0">
              <a:buFont typeface="Arial" panose="020B0604020202020204" pitchFamily="34" charset="0"/>
              <a:buChar char="•"/>
            </a:pPr>
            <a:r>
              <a:rPr lang="es-MX" sz="1800" dirty="0"/>
              <a:t>Carga Eléctrica y sus propiedades</a:t>
            </a:r>
          </a:p>
          <a:p>
            <a:pPr marL="285750" indent="-285750" rtl="0">
              <a:buFont typeface="Arial" panose="020B0604020202020204" pitchFamily="34" charset="0"/>
              <a:buChar char="•"/>
            </a:pPr>
            <a:r>
              <a:rPr lang="es-MX" sz="1800" dirty="0"/>
              <a:t>Ley de Coulomb y la contribución de Charles Augustin de Coulomb</a:t>
            </a:r>
          </a:p>
          <a:p>
            <a:pPr marL="285750" indent="-285750" rtl="0">
              <a:buFont typeface="Arial" panose="020B0604020202020204" pitchFamily="34" charset="0"/>
              <a:buChar char="•"/>
            </a:pPr>
            <a:r>
              <a:rPr lang="es-MX" sz="1800" dirty="0"/>
              <a:t>Campos Eléctricos y los aportes de Alessandro Volta</a:t>
            </a:r>
          </a:p>
          <a:p>
            <a:pPr marL="285750" indent="-285750" rtl="0">
              <a:buFont typeface="Arial" panose="020B0604020202020204" pitchFamily="34" charset="0"/>
              <a:buChar char="•"/>
            </a:pPr>
            <a:r>
              <a:rPr lang="es-MX" sz="1800" dirty="0"/>
              <a:t>Líneas de Campo Eléctrico</a:t>
            </a:r>
          </a:p>
          <a:p>
            <a:pPr marL="285750" indent="-285750" rtl="0">
              <a:buFont typeface="Arial" panose="020B0604020202020204" pitchFamily="34" charset="0"/>
              <a:buChar char="•"/>
            </a:pPr>
            <a:r>
              <a:rPr lang="es-MX" sz="1800" dirty="0"/>
              <a:t>Ejemplos.</a:t>
            </a:r>
          </a:p>
          <a:p>
            <a:pPr rtl="0"/>
            <a:endParaRPr lang="es-MX" dirty="0"/>
          </a:p>
        </p:txBody>
      </p:sp>
      <p:sp>
        <p:nvSpPr>
          <p:cNvPr id="13" name="Marcador de posición de fecha 12">
            <a:extLst>
              <a:ext uri="{FF2B5EF4-FFF2-40B4-BE49-F238E27FC236}">
                <a16:creationId xmlns:a16="http://schemas.microsoft.com/office/drawing/2014/main" id="{915FE2C5-E66A-4405-B19E-2C5C546C98E4}"/>
              </a:ext>
            </a:extLst>
          </p:cNvPr>
          <p:cNvSpPr>
            <a:spLocks noGrp="1"/>
          </p:cNvSpPr>
          <p:nvPr>
            <p:ph type="dt" sz="half" idx="10"/>
          </p:nvPr>
        </p:nvSpPr>
        <p:spPr>
          <a:xfrm>
            <a:off x="550863" y="6507212"/>
            <a:ext cx="2628900" cy="153888"/>
          </a:xfrm>
        </p:spPr>
        <p:txBody>
          <a:bodyPr rtlCol="0"/>
          <a:lstStyle/>
          <a:p>
            <a:pPr rtl="0"/>
            <a:r>
              <a:rPr lang="es-MX"/>
              <a:t>Martes, 2 de febrero de 20XX</a:t>
            </a:r>
          </a:p>
        </p:txBody>
      </p:sp>
      <p:sp>
        <p:nvSpPr>
          <p:cNvPr id="14" name="Marcador de posición de pie de página 13">
            <a:extLst>
              <a:ext uri="{FF2B5EF4-FFF2-40B4-BE49-F238E27FC236}">
                <a16:creationId xmlns:a16="http://schemas.microsoft.com/office/drawing/2014/main" id="{B01DF4D0-78BC-4C8C-9570-26F0B225433A}"/>
              </a:ext>
            </a:extLst>
          </p:cNvPr>
          <p:cNvSpPr>
            <a:spLocks noGrp="1"/>
          </p:cNvSpPr>
          <p:nvPr>
            <p:ph type="ftr" sz="quarter" idx="11"/>
          </p:nvPr>
        </p:nvSpPr>
        <p:spPr>
          <a:xfrm>
            <a:off x="3359150" y="6507212"/>
            <a:ext cx="6379210" cy="153888"/>
          </a:xfrm>
        </p:spPr>
        <p:txBody>
          <a:bodyPr rtlCol="0"/>
          <a:lstStyle/>
          <a:p>
            <a:pPr rtl="0"/>
            <a:r>
              <a:rPr lang="es-MX"/>
              <a:t>Muestra de texto de pie de página</a:t>
            </a:r>
          </a:p>
        </p:txBody>
      </p:sp>
      <p:sp>
        <p:nvSpPr>
          <p:cNvPr id="15" name="Marcador de número de diapositiva 14">
            <a:extLst>
              <a:ext uri="{FF2B5EF4-FFF2-40B4-BE49-F238E27FC236}">
                <a16:creationId xmlns:a16="http://schemas.microsoft.com/office/drawing/2014/main" id="{3B199C97-F175-437D-8311-DB662925C063}"/>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s-MX" smtClean="0"/>
              <a:pPr/>
              <a:t>2</a:t>
            </a:fld>
            <a:endParaRPr lang="es-MX"/>
          </a:p>
        </p:txBody>
      </p:sp>
      <p:pic>
        <p:nvPicPr>
          <p:cNvPr id="7" name="Marcador de posición de imagen 6" descr="Foto en blanco y negro de un hombre&#10;&#10;Descripción generada automáticamente con confianza media">
            <a:extLst>
              <a:ext uri="{FF2B5EF4-FFF2-40B4-BE49-F238E27FC236}">
                <a16:creationId xmlns:a16="http://schemas.microsoft.com/office/drawing/2014/main" id="{F9FECE4A-9973-E6BF-C4EA-B60AC0B8B1CC}"/>
              </a:ext>
            </a:extLst>
          </p:cNvPr>
          <p:cNvPicPr>
            <a:picLocks noGrp="1" noChangeAspect="1"/>
          </p:cNvPicPr>
          <p:nvPr>
            <p:ph type="pic" sz="quarter" idx="15"/>
          </p:nvPr>
        </p:nvPicPr>
        <p:blipFill>
          <a:blip r:embed="rId2"/>
          <a:srcRect t="9375" b="9375"/>
          <a:stretch>
            <a:fillRect/>
          </a:stretch>
        </p:blipFill>
        <p:spPr>
          <a:xfrm>
            <a:off x="8772939" y="3324733"/>
            <a:ext cx="3255549" cy="2936876"/>
          </a:xfrm>
        </p:spPr>
      </p:pic>
      <p:pic>
        <p:nvPicPr>
          <p:cNvPr id="17" name="Marcador de posición de imagen 16" descr="Foto en blanco y negro de la cara de un hombre&#10;&#10;Descripción generada automáticamente con confianza media">
            <a:extLst>
              <a:ext uri="{FF2B5EF4-FFF2-40B4-BE49-F238E27FC236}">
                <a16:creationId xmlns:a16="http://schemas.microsoft.com/office/drawing/2014/main" id="{FA8C59F1-40D7-D778-0548-4A9A30B89FF7}"/>
              </a:ext>
            </a:extLst>
          </p:cNvPr>
          <p:cNvPicPr>
            <a:picLocks noGrp="1" noChangeAspect="1"/>
          </p:cNvPicPr>
          <p:nvPr>
            <p:ph type="pic" sz="quarter" idx="13"/>
          </p:nvPr>
        </p:nvPicPr>
        <p:blipFill>
          <a:blip r:embed="rId3"/>
          <a:srcRect t="15796" b="15796"/>
          <a:stretch>
            <a:fillRect/>
          </a:stretch>
        </p:blipFill>
        <p:spPr>
          <a:xfrm>
            <a:off x="4858510" y="740428"/>
            <a:ext cx="3448558" cy="3448558"/>
          </a:xfrm>
        </p:spPr>
      </p:pic>
      <p:pic>
        <p:nvPicPr>
          <p:cNvPr id="21" name="Marcador de posición de imagen 20" descr="Patrón de fondo&#10;&#10;Descripción generada automáticamente">
            <a:extLst>
              <a:ext uri="{FF2B5EF4-FFF2-40B4-BE49-F238E27FC236}">
                <a16:creationId xmlns:a16="http://schemas.microsoft.com/office/drawing/2014/main" id="{FA92526C-3063-81A1-34F4-FE45BA07AD58}"/>
              </a:ext>
            </a:extLst>
          </p:cNvPr>
          <p:cNvPicPr>
            <a:picLocks noGrp="1" noChangeAspect="1"/>
          </p:cNvPicPr>
          <p:nvPr>
            <p:ph type="pic" sz="quarter" idx="14"/>
          </p:nvPr>
        </p:nvPicPr>
        <p:blipFill>
          <a:blip r:embed="rId4"/>
          <a:srcRect l="5193" r="5193"/>
          <a:stretch>
            <a:fillRect/>
          </a:stretch>
        </p:blipFill>
        <p:spPr/>
      </p:pic>
      <p:sp>
        <p:nvSpPr>
          <p:cNvPr id="22" name="CuadroTexto 21">
            <a:extLst>
              <a:ext uri="{FF2B5EF4-FFF2-40B4-BE49-F238E27FC236}">
                <a16:creationId xmlns:a16="http://schemas.microsoft.com/office/drawing/2014/main" id="{472C4939-552F-2B65-F2D2-B4FEDEDC19D4}"/>
              </a:ext>
            </a:extLst>
          </p:cNvPr>
          <p:cNvSpPr txBox="1"/>
          <p:nvPr/>
        </p:nvSpPr>
        <p:spPr>
          <a:xfrm>
            <a:off x="5385422" y="4249923"/>
            <a:ext cx="2796209" cy="369332"/>
          </a:xfrm>
          <a:prstGeom prst="rect">
            <a:avLst/>
          </a:prstGeom>
          <a:noFill/>
        </p:spPr>
        <p:txBody>
          <a:bodyPr wrap="square" rtlCol="0">
            <a:spAutoFit/>
          </a:bodyPr>
          <a:lstStyle/>
          <a:p>
            <a:r>
              <a:rPr lang="es-MX" dirty="0"/>
              <a:t>Charles Augustin Coulomb</a:t>
            </a:r>
          </a:p>
        </p:txBody>
      </p:sp>
      <p:sp>
        <p:nvSpPr>
          <p:cNvPr id="23" name="CuadroTexto 22">
            <a:extLst>
              <a:ext uri="{FF2B5EF4-FFF2-40B4-BE49-F238E27FC236}">
                <a16:creationId xmlns:a16="http://schemas.microsoft.com/office/drawing/2014/main" id="{BC9199E6-99A5-286F-29B2-53B0073CC88A}"/>
              </a:ext>
            </a:extLst>
          </p:cNvPr>
          <p:cNvSpPr txBox="1"/>
          <p:nvPr/>
        </p:nvSpPr>
        <p:spPr>
          <a:xfrm>
            <a:off x="9738360" y="6231450"/>
            <a:ext cx="2628900" cy="369332"/>
          </a:xfrm>
          <a:prstGeom prst="rect">
            <a:avLst/>
          </a:prstGeom>
          <a:noFill/>
        </p:spPr>
        <p:txBody>
          <a:bodyPr wrap="square" rtlCol="0">
            <a:spAutoFit/>
          </a:bodyPr>
          <a:lstStyle/>
          <a:p>
            <a:r>
              <a:rPr lang="es-MX" dirty="0"/>
              <a:t>Alessandro Volta</a:t>
            </a:r>
          </a:p>
        </p:txBody>
      </p:sp>
    </p:spTree>
    <p:extLst>
      <p:ext uri="{BB962C8B-B14F-4D97-AF65-F5344CB8AC3E}">
        <p14:creationId xmlns:p14="http://schemas.microsoft.com/office/powerpoint/2010/main" val="2313234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66B6BF9-1404-5D88-4E52-808ED8374FDF}"/>
              </a:ext>
            </a:extLst>
          </p:cNvPr>
          <p:cNvSpPr>
            <a:spLocks noGrp="1"/>
          </p:cNvSpPr>
          <p:nvPr>
            <p:ph type="sldNum" sz="quarter" idx="12"/>
          </p:nvPr>
        </p:nvSpPr>
        <p:spPr/>
        <p:txBody>
          <a:bodyPr/>
          <a:lstStyle/>
          <a:p>
            <a:pPr rtl="0"/>
            <a:fld id="{DBA1B0FB-D917-4C8C-928F-313BD683BF39}" type="slidenum">
              <a:rPr lang="es-MX" smtClean="0"/>
              <a:t>3</a:t>
            </a:fld>
            <a:endParaRPr lang="es-MX"/>
          </a:p>
        </p:txBody>
      </p:sp>
      <p:sp>
        <p:nvSpPr>
          <p:cNvPr id="5" name="CuadroTexto 4">
            <a:extLst>
              <a:ext uri="{FF2B5EF4-FFF2-40B4-BE49-F238E27FC236}">
                <a16:creationId xmlns:a16="http://schemas.microsoft.com/office/drawing/2014/main" id="{1BE555A8-D72A-BE96-C94D-B266A3D4C1B8}"/>
              </a:ext>
            </a:extLst>
          </p:cNvPr>
          <p:cNvSpPr txBox="1"/>
          <p:nvPr/>
        </p:nvSpPr>
        <p:spPr>
          <a:xfrm>
            <a:off x="3164475" y="1988581"/>
            <a:ext cx="5288376" cy="2585323"/>
          </a:xfrm>
          <a:prstGeom prst="rect">
            <a:avLst/>
          </a:prstGeom>
          <a:noFill/>
        </p:spPr>
        <p:txBody>
          <a:bodyPr wrap="square" rtlCol="0">
            <a:spAutoFit/>
          </a:bodyPr>
          <a:lstStyle/>
          <a:p>
            <a:pPr algn="ctr" rtl="0"/>
            <a:endParaRPr lang="es-MX" sz="3600" dirty="0"/>
          </a:p>
          <a:p>
            <a:pPr marL="285750" indent="-285750" algn="ctr" rtl="0">
              <a:buFont typeface="Arial" panose="020B0604020202020204" pitchFamily="34" charset="0"/>
              <a:buChar char="•"/>
            </a:pPr>
            <a:r>
              <a:rPr lang="es-MX" sz="3600" dirty="0"/>
              <a:t>Historia de la Electricidad: </a:t>
            </a:r>
            <a:r>
              <a:rPr lang="es-MX" sz="3600" dirty="0">
                <a:solidFill>
                  <a:srgbClr val="FFC000"/>
                </a:solidFill>
              </a:rPr>
              <a:t>Los experimentos de Tales de Mileto</a:t>
            </a:r>
          </a:p>
          <a:p>
            <a:endParaRPr lang="es-MX" dirty="0"/>
          </a:p>
        </p:txBody>
      </p:sp>
      <p:pic>
        <p:nvPicPr>
          <p:cNvPr id="7" name="Imagen 6">
            <a:extLst>
              <a:ext uri="{FF2B5EF4-FFF2-40B4-BE49-F238E27FC236}">
                <a16:creationId xmlns:a16="http://schemas.microsoft.com/office/drawing/2014/main" id="{F617302D-DDE6-BDD6-59F6-AFFE5E7F35E1}"/>
              </a:ext>
            </a:extLst>
          </p:cNvPr>
          <p:cNvPicPr>
            <a:picLocks noChangeAspect="1"/>
          </p:cNvPicPr>
          <p:nvPr/>
        </p:nvPicPr>
        <p:blipFill>
          <a:blip r:embed="rId2"/>
          <a:stretch>
            <a:fillRect/>
          </a:stretch>
        </p:blipFill>
        <p:spPr>
          <a:xfrm>
            <a:off x="4132889" y="601393"/>
            <a:ext cx="3351548" cy="1588770"/>
          </a:xfrm>
          <a:prstGeom prst="rect">
            <a:avLst/>
          </a:prstGeom>
          <a:ln>
            <a:solidFill>
              <a:schemeClr val="accent1"/>
            </a:solidFill>
          </a:ln>
        </p:spPr>
      </p:pic>
    </p:spTree>
    <p:extLst>
      <p:ext uri="{BB962C8B-B14F-4D97-AF65-F5344CB8AC3E}">
        <p14:creationId xmlns:p14="http://schemas.microsoft.com/office/powerpoint/2010/main" val="99090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23418ADF-358F-4647-A511-FCFFEDA83429}"/>
              </a:ext>
            </a:extLst>
          </p:cNvPr>
          <p:cNvSpPr>
            <a:spLocks noGrp="1"/>
          </p:cNvSpPr>
          <p:nvPr>
            <p:ph type="title"/>
          </p:nvPr>
        </p:nvSpPr>
        <p:spPr>
          <a:xfrm>
            <a:off x="550863" y="4507200"/>
            <a:ext cx="4500562" cy="1562959"/>
          </a:xfrm>
        </p:spPr>
        <p:txBody>
          <a:bodyPr rtlCol="0"/>
          <a:lstStyle/>
          <a:p>
            <a:pPr rtl="0"/>
            <a:r>
              <a:rPr lang="es-MX" dirty="0"/>
              <a:t>¿Qué es la electricidad?</a:t>
            </a:r>
          </a:p>
        </p:txBody>
      </p:sp>
      <p:pic>
        <p:nvPicPr>
          <p:cNvPr id="20" name="Marcador de posición de imagen 19" descr="Fondo digital de puntos de datos">
            <a:extLst>
              <a:ext uri="{FF2B5EF4-FFF2-40B4-BE49-F238E27FC236}">
                <a16:creationId xmlns:a16="http://schemas.microsoft.com/office/drawing/2014/main" id="{528A7D8D-1AB5-46C4-93FA-D92C2FD5169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t="42" b="42"/>
          <a:stretch/>
        </p:blipFill>
        <p:spPr>
          <a:xfrm>
            <a:off x="3357255" y="0"/>
            <a:ext cx="3473313" cy="3776472"/>
          </a:xfrm>
        </p:spPr>
      </p:pic>
      <p:pic>
        <p:nvPicPr>
          <p:cNvPr id="25" name="Marcador de posición de imagen 24" descr="Pantalla de gráfico digital">
            <a:extLst>
              <a:ext uri="{FF2B5EF4-FFF2-40B4-BE49-F238E27FC236}">
                <a16:creationId xmlns:a16="http://schemas.microsoft.com/office/drawing/2014/main" id="{B7353C46-ACC1-4078-85C2-26B57B0E58B7}"/>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t="42" b="42"/>
          <a:stretch/>
        </p:blipFill>
        <p:spPr>
          <a:xfrm>
            <a:off x="9137904" y="0"/>
            <a:ext cx="3054096" cy="3776472"/>
          </a:xfrm>
        </p:spPr>
      </p:pic>
      <p:sp>
        <p:nvSpPr>
          <p:cNvPr id="6" name="Marcador de posición de número de diapositiva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rtlCol="0"/>
          <a:lstStyle/>
          <a:p>
            <a:pPr rtl="0"/>
            <a:fld id="{DBA1B0FB-D917-4C8C-928F-313BD683BF39}" type="slidenum">
              <a:rPr lang="es-MX" smtClean="0"/>
              <a:pPr rtl="0"/>
              <a:t>4</a:t>
            </a:fld>
            <a:endParaRPr lang="es-MX"/>
          </a:p>
        </p:txBody>
      </p:sp>
      <p:sp>
        <p:nvSpPr>
          <p:cNvPr id="12" name="Marcador de contenido 11">
            <a:extLst>
              <a:ext uri="{FF2B5EF4-FFF2-40B4-BE49-F238E27FC236}">
                <a16:creationId xmlns:a16="http://schemas.microsoft.com/office/drawing/2014/main" id="{E5127060-CDBF-435F-9009-A5451CCE305D}"/>
              </a:ext>
            </a:extLst>
          </p:cNvPr>
          <p:cNvSpPr>
            <a:spLocks noGrp="1"/>
          </p:cNvSpPr>
          <p:nvPr>
            <p:ph sz="quarter" idx="15"/>
          </p:nvPr>
        </p:nvSpPr>
        <p:spPr>
          <a:xfrm>
            <a:off x="5262563" y="4508500"/>
            <a:ext cx="6221412" cy="1563688"/>
          </a:xfrm>
          <a:noFill/>
        </p:spPr>
        <p:txBody>
          <a:bodyPr rtlCol="0">
            <a:noAutofit/>
          </a:bodyPr>
          <a:lstStyle/>
          <a:p>
            <a:pPr rtl="0"/>
            <a:r>
              <a:rPr lang="es-MX" sz="1600" b="0" i="0" dirty="0">
                <a:solidFill>
                  <a:schemeClr val="tx1"/>
                </a:solidFill>
                <a:effectLst/>
                <a:latin typeface="Söhne"/>
              </a:rPr>
              <a:t>La electricidad es una manifestación de la energía resultante de la interacción de partículas subatómicas, como electrones y protones, que llevan una carga eléctrica. Esta interacción se rige por las leyes de la electrostática y la electrodinámica, y se manifiesta a través de fenómenos como la atracción y repulsión de cargas eléctricas, la generación de campos eléctricos y magnéticos, y la capacidad de realizar trabajo cuando se movilizan cargas eléctricas en un circuito eléctrico.</a:t>
            </a:r>
            <a:endParaRPr lang="es-MX" sz="1600" dirty="0">
              <a:solidFill>
                <a:schemeClr val="tx1"/>
              </a:solidFill>
            </a:endParaRPr>
          </a:p>
        </p:txBody>
      </p:sp>
      <p:sp>
        <p:nvSpPr>
          <p:cNvPr id="3" name="Marcador de posición de imagen 2">
            <a:extLst>
              <a:ext uri="{FF2B5EF4-FFF2-40B4-BE49-F238E27FC236}">
                <a16:creationId xmlns:a16="http://schemas.microsoft.com/office/drawing/2014/main" id="{50334DC7-941F-4A7C-2BBE-F287B56EF0F3}"/>
              </a:ext>
            </a:extLst>
          </p:cNvPr>
          <p:cNvSpPr>
            <a:spLocks noGrp="1"/>
          </p:cNvSpPr>
          <p:nvPr>
            <p:ph type="pic" sz="quarter" idx="13"/>
          </p:nvPr>
        </p:nvSpPr>
        <p:spPr/>
        <p:txBody>
          <a:bodyPr/>
          <a:lstStyle/>
          <a:p>
            <a:endParaRPr lang="es-MX"/>
          </a:p>
        </p:txBody>
      </p:sp>
      <p:pic>
        <p:nvPicPr>
          <p:cNvPr id="2050" name="Picture 2">
            <a:extLst>
              <a:ext uri="{FF2B5EF4-FFF2-40B4-BE49-F238E27FC236}">
                <a16:creationId xmlns:a16="http://schemas.microsoft.com/office/drawing/2014/main" id="{754A5D0A-CEF3-2965-613F-715BB698A4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559126" cy="3776472"/>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posición de imagen 7">
            <a:extLst>
              <a:ext uri="{FF2B5EF4-FFF2-40B4-BE49-F238E27FC236}">
                <a16:creationId xmlns:a16="http://schemas.microsoft.com/office/drawing/2014/main" id="{F26E37EE-7275-01E7-297A-88D2AA628584}"/>
              </a:ext>
            </a:extLst>
          </p:cNvPr>
          <p:cNvSpPr>
            <a:spLocks noGrp="1"/>
          </p:cNvSpPr>
          <p:nvPr>
            <p:ph type="pic" sz="quarter" idx="15"/>
          </p:nvPr>
        </p:nvSpPr>
        <p:spPr/>
        <p:txBody>
          <a:bodyPr/>
          <a:lstStyle/>
          <a:p>
            <a:endParaRPr lang="es-MX"/>
          </a:p>
        </p:txBody>
      </p:sp>
      <p:pic>
        <p:nvPicPr>
          <p:cNvPr id="2052" name="Picture 4" descr="Physics Teacher Writing Math Equations On A Blackboard Stock Photo -  Download Image Now - iStock">
            <a:extLst>
              <a:ext uri="{FF2B5EF4-FFF2-40B4-BE49-F238E27FC236}">
                <a16:creationId xmlns:a16="http://schemas.microsoft.com/office/drawing/2014/main" id="{CD83E628-9C26-E299-1184-5F1639D2A1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4503" y="-7937"/>
            <a:ext cx="3776473" cy="3784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88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F64138B-FDCB-5B7E-B05D-774981C023AD}"/>
              </a:ext>
            </a:extLst>
          </p:cNvPr>
          <p:cNvSpPr txBox="1"/>
          <p:nvPr/>
        </p:nvSpPr>
        <p:spPr>
          <a:xfrm>
            <a:off x="550863" y="4508500"/>
            <a:ext cx="4500562" cy="1562959"/>
          </a:xfrm>
          <a:prstGeom prst="rect">
            <a:avLst/>
          </a:prstGeom>
        </p:spPr>
        <p:txBody>
          <a:bodyPr vert="horz" wrap="square" lIns="0" tIns="0" rIns="0" bIns="0" rtlCol="0" anchor="t" anchorCtr="0">
            <a:normAutofit/>
          </a:bodyPr>
          <a:lstStyle/>
          <a:p>
            <a:pPr>
              <a:lnSpc>
                <a:spcPct val="90000"/>
              </a:lnSpc>
              <a:spcBef>
                <a:spcPct val="0"/>
              </a:spcBef>
              <a:spcAft>
                <a:spcPts val="600"/>
              </a:spcAft>
            </a:pPr>
            <a:r>
              <a:rPr lang="es-MX" sz="3700">
                <a:latin typeface="+mj-lt"/>
                <a:ea typeface="+mj-ea"/>
                <a:cs typeface="+mj-cs"/>
              </a:rPr>
              <a:t>¿Cuál ha sido su experiencia con la electricidad?</a:t>
            </a:r>
          </a:p>
        </p:txBody>
      </p:sp>
      <p:pic>
        <p:nvPicPr>
          <p:cNvPr id="6148" name="Picture 4" descr="Electricity Shock First Aid and Treatment">
            <a:extLst>
              <a:ext uri="{FF2B5EF4-FFF2-40B4-BE49-F238E27FC236}">
                <a16:creationId xmlns:a16="http://schemas.microsoft.com/office/drawing/2014/main" id="{81A6E888-5544-CEBC-FD8E-51CAA5BE37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720" b="39228"/>
          <a:stretch/>
        </p:blipFill>
        <p:spPr bwMode="auto">
          <a:xfrm>
            <a:off x="20" y="10"/>
            <a:ext cx="12191980" cy="3776462"/>
          </a:xfrm>
          <a:prstGeom prst="rect">
            <a:avLst/>
          </a:prstGeom>
          <a:noFill/>
          <a:extLst>
            <a:ext uri="{909E8E84-426E-40DD-AFC4-6F175D3DCCD1}">
              <a14:hiddenFill xmlns:a14="http://schemas.microsoft.com/office/drawing/2010/main">
                <a:solidFill>
                  <a:srgbClr val="FFFFFF"/>
                </a:solidFill>
              </a14:hiddenFill>
            </a:ext>
          </a:extLst>
        </p:spPr>
      </p:pic>
      <p:pic>
        <p:nvPicPr>
          <p:cNvPr id="7" name="Marcador de contenido 6" descr="Imagen que contiene Icono&#10;&#10;Descripción generada automáticamente">
            <a:extLst>
              <a:ext uri="{FF2B5EF4-FFF2-40B4-BE49-F238E27FC236}">
                <a16:creationId xmlns:a16="http://schemas.microsoft.com/office/drawing/2014/main" id="{14B48320-9F7C-025D-5768-41DFA9F06F1E}"/>
              </a:ext>
            </a:extLst>
          </p:cNvPr>
          <p:cNvPicPr>
            <a:picLocks noGrp="1" noChangeAspect="1"/>
          </p:cNvPicPr>
          <p:nvPr>
            <p:ph sz="quarter" idx="15"/>
          </p:nvPr>
        </p:nvPicPr>
        <p:blipFill rotWithShape="1">
          <a:blip r:embed="rId3"/>
          <a:srcRect t="49320" r="3" b="25547"/>
          <a:stretch/>
        </p:blipFill>
        <p:spPr>
          <a:xfrm>
            <a:off x="5262411" y="4508500"/>
            <a:ext cx="6221412" cy="1563688"/>
          </a:xfrm>
          <a:noFill/>
        </p:spPr>
      </p:pic>
      <p:sp>
        <p:nvSpPr>
          <p:cNvPr id="6150" name="Date Placeholder 4">
            <a:extLst>
              <a:ext uri="{FF2B5EF4-FFF2-40B4-BE49-F238E27FC236}">
                <a16:creationId xmlns:a16="http://schemas.microsoft.com/office/drawing/2014/main" id="{14731BA8-E9C3-63F3-3550-69980E44496B}"/>
              </a:ext>
            </a:extLst>
          </p:cNvPr>
          <p:cNvSpPr>
            <a:spLocks noGrp="1"/>
          </p:cNvSpPr>
          <p:nvPr>
            <p:ph type="dt" sz="half" idx="10"/>
          </p:nvPr>
        </p:nvSpPr>
        <p:spPr>
          <a:xfrm>
            <a:off x="550863" y="6507212"/>
            <a:ext cx="2628900" cy="153888"/>
          </a:xfrm>
        </p:spPr>
        <p:txBody>
          <a:bodyPr/>
          <a:lstStyle/>
          <a:p>
            <a:pPr rtl="0">
              <a:spcAft>
                <a:spcPts val="600"/>
              </a:spcAft>
            </a:pPr>
            <a:r>
              <a:rPr lang="es-MX"/>
              <a:t>Martes, 2 de febrero de 20XX</a:t>
            </a:r>
          </a:p>
        </p:txBody>
      </p:sp>
      <p:sp>
        <p:nvSpPr>
          <p:cNvPr id="6155" name="Footer Placeholder 5">
            <a:extLst>
              <a:ext uri="{FF2B5EF4-FFF2-40B4-BE49-F238E27FC236}">
                <a16:creationId xmlns:a16="http://schemas.microsoft.com/office/drawing/2014/main" id="{BE929B97-5D2F-8A69-F409-571E31C6A51B}"/>
              </a:ext>
            </a:extLst>
          </p:cNvPr>
          <p:cNvSpPr>
            <a:spLocks noGrp="1"/>
          </p:cNvSpPr>
          <p:nvPr>
            <p:ph type="ftr" sz="quarter" idx="11"/>
          </p:nvPr>
        </p:nvSpPr>
        <p:spPr>
          <a:xfrm>
            <a:off x="3359150" y="6507212"/>
            <a:ext cx="6379210" cy="153888"/>
          </a:xfrm>
        </p:spPr>
        <p:txBody>
          <a:bodyPr/>
          <a:lstStyle/>
          <a:p>
            <a:pPr rtl="0">
              <a:spcAft>
                <a:spcPts val="600"/>
              </a:spcAft>
            </a:pPr>
            <a:r>
              <a:rPr lang="es-MX"/>
              <a:t>Ejemplo de Texto al pie de página</a:t>
            </a:r>
          </a:p>
        </p:txBody>
      </p:sp>
      <p:sp>
        <p:nvSpPr>
          <p:cNvPr id="4" name="Marcador de número de diapositiva 3">
            <a:extLst>
              <a:ext uri="{FF2B5EF4-FFF2-40B4-BE49-F238E27FC236}">
                <a16:creationId xmlns:a16="http://schemas.microsoft.com/office/drawing/2014/main" id="{1342BE95-8D9A-1274-5A92-95FB0E7A5B98}"/>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s-MX" smtClean="0"/>
              <a:pPr>
                <a:spcAft>
                  <a:spcPts val="600"/>
                </a:spcAft>
              </a:pPr>
              <a:t>5</a:t>
            </a:fld>
            <a:endParaRPr lang="es-MX"/>
          </a:p>
        </p:txBody>
      </p:sp>
    </p:spTree>
    <p:extLst>
      <p:ext uri="{BB962C8B-B14F-4D97-AF65-F5344CB8AC3E}">
        <p14:creationId xmlns:p14="http://schemas.microsoft.com/office/powerpoint/2010/main" val="62788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ítulo 14">
            <a:extLst>
              <a:ext uri="{FF2B5EF4-FFF2-40B4-BE49-F238E27FC236}">
                <a16:creationId xmlns:a16="http://schemas.microsoft.com/office/drawing/2014/main" id="{40F1DF5B-353A-4270-8C10-6A1509441174}"/>
              </a:ext>
            </a:extLst>
          </p:cNvPr>
          <p:cNvSpPr>
            <a:spLocks noGrp="1"/>
          </p:cNvSpPr>
          <p:nvPr>
            <p:ph type="title"/>
          </p:nvPr>
        </p:nvSpPr>
        <p:spPr>
          <a:xfrm>
            <a:off x="550864" y="549275"/>
            <a:ext cx="3565524" cy="1997855"/>
          </a:xfrm>
        </p:spPr>
        <p:txBody>
          <a:bodyPr vert="horz" wrap="square" lIns="0" tIns="0" rIns="0" bIns="0" rtlCol="0" anchor="b" anchorCtr="0">
            <a:normAutofit/>
          </a:bodyPr>
          <a:lstStyle/>
          <a:p>
            <a:pPr rtl="0"/>
            <a:r>
              <a:rPr lang="es-MX" dirty="0"/>
              <a:t>El Origen</a:t>
            </a:r>
            <a:endParaRPr lang="es-MX" kern="1200" dirty="0"/>
          </a:p>
        </p:txBody>
      </p:sp>
      <p:sp>
        <p:nvSpPr>
          <p:cNvPr id="16" name="Subtítulo 15">
            <a:extLst>
              <a:ext uri="{FF2B5EF4-FFF2-40B4-BE49-F238E27FC236}">
                <a16:creationId xmlns:a16="http://schemas.microsoft.com/office/drawing/2014/main" id="{4BDCF583-1D5D-4235-97C2-39272B80A0B1}"/>
              </a:ext>
            </a:extLst>
          </p:cNvPr>
          <p:cNvSpPr>
            <a:spLocks noGrp="1"/>
          </p:cNvSpPr>
          <p:nvPr>
            <p:ph idx="1"/>
          </p:nvPr>
        </p:nvSpPr>
        <p:spPr>
          <a:xfrm>
            <a:off x="550863" y="2677306"/>
            <a:ext cx="3565525" cy="3415519"/>
          </a:xfrm>
        </p:spPr>
        <p:txBody>
          <a:bodyPr vert="horz" wrap="square" lIns="0" tIns="0" rIns="0" bIns="0" rtlCol="0" anchor="t">
            <a:normAutofit/>
          </a:bodyPr>
          <a:lstStyle/>
          <a:p>
            <a:pPr marL="0" indent="0" rtl="0">
              <a:buNone/>
            </a:pPr>
            <a:r>
              <a:rPr lang="es-MX" dirty="0"/>
              <a:t>Tales de Mileto</a:t>
            </a:r>
            <a:r>
              <a:rPr lang="es-MX" sz="1600" dirty="0"/>
              <a:t>.</a:t>
            </a:r>
            <a:endParaRPr lang="es-MX" sz="1600" kern="1200" dirty="0"/>
          </a:p>
        </p:txBody>
      </p:sp>
      <p:pic>
        <p:nvPicPr>
          <p:cNvPr id="12" name="Imagen 11" descr="Imagen que contiene persona, hombre, agua, tabla&#10;&#10;Descripción generada automáticamente">
            <a:extLst>
              <a:ext uri="{FF2B5EF4-FFF2-40B4-BE49-F238E27FC236}">
                <a16:creationId xmlns:a16="http://schemas.microsoft.com/office/drawing/2014/main" id="{AFBC8A63-51B2-499B-A663-DE9E2440F088}"/>
              </a:ext>
            </a:extLst>
          </p:cNvPr>
          <p:cNvPicPr>
            <a:picLocks noChangeAspect="1"/>
          </p:cNvPicPr>
          <p:nvPr/>
        </p:nvPicPr>
        <p:blipFill rotWithShape="1">
          <a:blip r:embed="rId3"/>
          <a:srcRect l="32622" r="18378" b="1"/>
          <a:stretch/>
        </p:blipFill>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noFill/>
        </p:spPr>
      </p:pic>
      <p:pic>
        <p:nvPicPr>
          <p:cNvPr id="14" name="Marcador de posición de imagen 13" descr="Un dibujo de una persona&#10;&#10;Descripción generada automáticamente con confianza baja">
            <a:extLst>
              <a:ext uri="{FF2B5EF4-FFF2-40B4-BE49-F238E27FC236}">
                <a16:creationId xmlns:a16="http://schemas.microsoft.com/office/drawing/2014/main" id="{740BE3D7-28BD-2518-0042-DA9D8C72FAA8}"/>
              </a:ext>
            </a:extLst>
          </p:cNvPr>
          <p:cNvPicPr>
            <a:picLocks noGrp="1" noChangeAspect="1"/>
          </p:cNvPicPr>
          <p:nvPr>
            <p:ph type="pic" sz="quarter" idx="15"/>
          </p:nvPr>
        </p:nvPicPr>
        <p:blipFill rotWithShape="1">
          <a:blip r:embed="rId4"/>
          <a:srcRect l="23570" r="28930" b="-2"/>
          <a:stretch/>
        </p:blipFill>
        <p:spPr>
          <a:xfrm>
            <a:off x="9091612" y="3324733"/>
            <a:ext cx="2936876" cy="2936876"/>
          </a:xfrm>
          <a:noFill/>
        </p:spPr>
      </p:pic>
      <p:sp>
        <p:nvSpPr>
          <p:cNvPr id="57" name="Date Placeholder 6">
            <a:extLst>
              <a:ext uri="{FF2B5EF4-FFF2-40B4-BE49-F238E27FC236}">
                <a16:creationId xmlns:a16="http://schemas.microsoft.com/office/drawing/2014/main" id="{60AA4603-E805-7E11-927A-29D8CFCB947D}"/>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a:t>Martes, 2 de febrero de 20XX</a:t>
            </a:r>
          </a:p>
        </p:txBody>
      </p:sp>
      <p:sp>
        <p:nvSpPr>
          <p:cNvPr id="59" name="Footer Placeholder 7">
            <a:extLst>
              <a:ext uri="{FF2B5EF4-FFF2-40B4-BE49-F238E27FC236}">
                <a16:creationId xmlns:a16="http://schemas.microsoft.com/office/drawing/2014/main" id="{3FC4CA6A-5149-4951-F868-C4ABB44FF439}"/>
              </a:ext>
            </a:extLst>
          </p:cNvPr>
          <p:cNvSpPr>
            <a:spLocks noGrp="1"/>
          </p:cNvSpPr>
          <p:nvPr>
            <p:ph type="ftr" sz="quarter" idx="11"/>
          </p:nvPr>
        </p:nvSpPr>
        <p:spPr>
          <a:xfrm>
            <a:off x="3359150" y="6507212"/>
            <a:ext cx="6379210" cy="153888"/>
          </a:xfrm>
        </p:spPr>
        <p:txBody>
          <a:bodyPr wrap="square" anchor="ctr">
            <a:normAutofit/>
          </a:bodyPr>
          <a:lstStyle/>
          <a:p>
            <a:pPr rtl="0">
              <a:spcAft>
                <a:spcPts val="600"/>
              </a:spcAft>
            </a:pPr>
            <a:r>
              <a:rPr lang="es-MX"/>
              <a:t>Ejemplo de Texto al pie de página</a:t>
            </a:r>
          </a:p>
        </p:txBody>
      </p:sp>
      <p:sp>
        <p:nvSpPr>
          <p:cNvPr id="4" name="Marcador de posición de número de diapositiva 3">
            <a:extLst>
              <a:ext uri="{FF2B5EF4-FFF2-40B4-BE49-F238E27FC236}">
                <a16:creationId xmlns:a16="http://schemas.microsoft.com/office/drawing/2014/main" id="{E1E7D98D-6710-41D2-B258-E1A1059D29F8}"/>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s-MX" smtClean="0"/>
              <a:pPr rtl="0">
                <a:spcAft>
                  <a:spcPts val="600"/>
                </a:spcAft>
              </a:pPr>
              <a:t>6</a:t>
            </a:fld>
            <a:endParaRPr lang="es-MX"/>
          </a:p>
        </p:txBody>
      </p:sp>
      <p:sp>
        <p:nvSpPr>
          <p:cNvPr id="5" name="AutoShape 2" descr="Tales de Mileto | Filosofia do Início">
            <a:extLst>
              <a:ext uri="{FF2B5EF4-FFF2-40B4-BE49-F238E27FC236}">
                <a16:creationId xmlns:a16="http://schemas.microsoft.com/office/drawing/2014/main" id="{38B50980-BB86-565F-5FB2-E478C62805B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21" name="Marcador de posición de imagen 20" descr="Mapa&#10;&#10;Descripción generada automáticamente">
            <a:extLst>
              <a:ext uri="{FF2B5EF4-FFF2-40B4-BE49-F238E27FC236}">
                <a16:creationId xmlns:a16="http://schemas.microsoft.com/office/drawing/2014/main" id="{2DE55302-35AE-BCD2-1686-F43F06CC1C1F}"/>
              </a:ext>
            </a:extLst>
          </p:cNvPr>
          <p:cNvPicPr>
            <a:picLocks noGrp="1" noChangeAspect="1"/>
          </p:cNvPicPr>
          <p:nvPr>
            <p:ph type="pic" sz="quarter" idx="13"/>
          </p:nvPr>
        </p:nvPicPr>
        <p:blipFill>
          <a:blip r:embed="rId5"/>
          <a:srcRect l="15422" r="15422"/>
          <a:stretch>
            <a:fillRect/>
          </a:stretch>
        </p:blipFill>
        <p:spPr/>
      </p:pic>
    </p:spTree>
    <p:extLst>
      <p:ext uri="{BB962C8B-B14F-4D97-AF65-F5344CB8AC3E}">
        <p14:creationId xmlns:p14="http://schemas.microsoft.com/office/powerpoint/2010/main" val="56002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E174092-82D3-44E0-8948-4096232ED0A7}"/>
              </a:ext>
            </a:extLst>
          </p:cNvPr>
          <p:cNvSpPr>
            <a:spLocks noGrp="1"/>
          </p:cNvSpPr>
          <p:nvPr>
            <p:ph type="title"/>
          </p:nvPr>
        </p:nvSpPr>
        <p:spPr>
          <a:xfrm>
            <a:off x="550862" y="549275"/>
            <a:ext cx="11091600" cy="1332000"/>
          </a:xfrm>
        </p:spPr>
        <p:txBody>
          <a:bodyPr wrap="square" rtlCol="0" anchor="t">
            <a:normAutofit/>
          </a:bodyPr>
          <a:lstStyle/>
          <a:p>
            <a:pPr rtl="0"/>
            <a:r>
              <a:rPr lang="es-MX" dirty="0"/>
              <a:t>Tales de Mileto</a:t>
            </a:r>
          </a:p>
        </p:txBody>
      </p:sp>
      <p:sp>
        <p:nvSpPr>
          <p:cNvPr id="4103" name="Content Placeholder 2">
            <a:extLst>
              <a:ext uri="{FF2B5EF4-FFF2-40B4-BE49-F238E27FC236}">
                <a16:creationId xmlns:a16="http://schemas.microsoft.com/office/drawing/2014/main" id="{639264ED-A35B-E6DF-FF1A-5317F8AC3423}"/>
              </a:ext>
            </a:extLst>
          </p:cNvPr>
          <p:cNvSpPr>
            <a:spLocks noGrp="1"/>
          </p:cNvSpPr>
          <p:nvPr>
            <p:ph sz="half" idx="1"/>
          </p:nvPr>
        </p:nvSpPr>
        <p:spPr>
          <a:xfrm>
            <a:off x="461963" y="1745482"/>
            <a:ext cx="5435600" cy="3995650"/>
          </a:xfrm>
        </p:spPr>
        <p:txBody>
          <a:bodyPr wrap="square">
            <a:noAutofit/>
          </a:bodyPr>
          <a:lstStyle/>
          <a:p>
            <a:pPr>
              <a:lnSpc>
                <a:spcPct val="100000"/>
              </a:lnSpc>
            </a:pPr>
            <a:r>
              <a:rPr lang="es-MX" b="0" i="0" dirty="0">
                <a:effectLst/>
              </a:rPr>
              <a:t>(Mileto, actual Turquía, 624 a.C. - 548 a.C.) Filósofo y matemático griego. Iniciador de la escuela de Mileto, la primera de las escuelas filosóficas de la antigua Grecia es considerado el primer filósofo por su aspiración a establecer una explicación racional de los fenómenos de la naturaleza, trascendiendo el tradicional enfoque mitológico que había caracterizado la cultura griega arcaica. Tales fue el primero que sostuvo la existencia de un </a:t>
            </a:r>
            <a:r>
              <a:rPr lang="es-MX" b="0" i="1" dirty="0" err="1">
                <a:effectLst/>
              </a:rPr>
              <a:t>arjé</a:t>
            </a:r>
            <a:r>
              <a:rPr lang="es-MX" b="0" i="0" dirty="0">
                <a:effectLst/>
              </a:rPr>
              <a:t>, es decir, de un principio constitutivo y originario común a todas las cosas, que identificó con el agua; inauguró con ello un tema recurrente en la filosofía presocrática y de vastas implicaciones en la tradición filosófica occidental.</a:t>
            </a:r>
            <a:endParaRPr lang="en-US" dirty="0"/>
          </a:p>
        </p:txBody>
      </p:sp>
      <p:pic>
        <p:nvPicPr>
          <p:cNvPr id="10" name="Imagen 9" descr="Imagen en blanco y negro de la cara de una persona&#10;&#10;Descripción generada automáticamente con confianza media">
            <a:extLst>
              <a:ext uri="{FF2B5EF4-FFF2-40B4-BE49-F238E27FC236}">
                <a16:creationId xmlns:a16="http://schemas.microsoft.com/office/drawing/2014/main" id="{D16704CC-88D3-88FA-00EB-D76E4BFDCC01}"/>
              </a:ext>
            </a:extLst>
          </p:cNvPr>
          <p:cNvPicPr>
            <a:picLocks noChangeAspect="1"/>
          </p:cNvPicPr>
          <p:nvPr/>
        </p:nvPicPr>
        <p:blipFill>
          <a:blip r:embed="rId2"/>
          <a:stretch>
            <a:fillRect/>
          </a:stretch>
        </p:blipFill>
        <p:spPr>
          <a:xfrm>
            <a:off x="7055301" y="1881275"/>
            <a:ext cx="3429422" cy="3995650"/>
          </a:xfrm>
          <a:prstGeom prst="rect">
            <a:avLst/>
          </a:prstGeom>
          <a:noFill/>
        </p:spPr>
      </p:pic>
      <p:sp>
        <p:nvSpPr>
          <p:cNvPr id="6" name="Marcador de posición de número de diapositiva 5">
            <a:extLst>
              <a:ext uri="{FF2B5EF4-FFF2-40B4-BE49-F238E27FC236}">
                <a16:creationId xmlns:a16="http://schemas.microsoft.com/office/drawing/2014/main" id="{705C33DF-36C9-49E9-B48D-A320B179C4D4}"/>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s-MX" smtClean="0"/>
              <a:pPr rtl="0">
                <a:spcAft>
                  <a:spcPts val="600"/>
                </a:spcAft>
              </a:pPr>
              <a:t>7</a:t>
            </a:fld>
            <a:endParaRPr lang="es-MX"/>
          </a:p>
        </p:txBody>
      </p:sp>
    </p:spTree>
    <p:extLst>
      <p:ext uri="{BB962C8B-B14F-4D97-AF65-F5344CB8AC3E}">
        <p14:creationId xmlns:p14="http://schemas.microsoft.com/office/powerpoint/2010/main" val="3740286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9576602-68CC-503B-826A-6A4E3F3ADAE1}"/>
              </a:ext>
            </a:extLst>
          </p:cNvPr>
          <p:cNvSpPr>
            <a:spLocks noGrp="1"/>
          </p:cNvSpPr>
          <p:nvPr>
            <p:ph type="title"/>
          </p:nvPr>
        </p:nvSpPr>
        <p:spPr>
          <a:xfrm>
            <a:off x="550863" y="549275"/>
            <a:ext cx="11090274" cy="1332000"/>
          </a:xfrm>
        </p:spPr>
        <p:txBody>
          <a:bodyPr wrap="square" anchor="t">
            <a:normAutofit/>
          </a:bodyPr>
          <a:lstStyle/>
          <a:p>
            <a:pPr algn="ctr"/>
            <a:r>
              <a:rPr lang="es-MX" dirty="0"/>
              <a:t>EL experimento de Tales</a:t>
            </a:r>
          </a:p>
        </p:txBody>
      </p:sp>
      <p:pic>
        <p:nvPicPr>
          <p:cNvPr id="5122" name="Picture 2">
            <a:extLst>
              <a:ext uri="{FF2B5EF4-FFF2-40B4-BE49-F238E27FC236}">
                <a16:creationId xmlns:a16="http://schemas.microsoft.com/office/drawing/2014/main" id="{199F4B86-46FB-BECD-488B-8748D9EBD9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195"/>
          <a:stretch/>
        </p:blipFill>
        <p:spPr bwMode="auto">
          <a:xfrm>
            <a:off x="550862" y="2097175"/>
            <a:ext cx="5435600" cy="3995650"/>
          </a:xfrm>
          <a:prstGeom prst="rect">
            <a:avLst/>
          </a:prstGeom>
          <a:solidFill>
            <a:srgbClr val="FFFFFF"/>
          </a:solidFill>
        </p:spPr>
      </p:pic>
      <p:sp>
        <p:nvSpPr>
          <p:cNvPr id="3" name="Subtítulo 2">
            <a:extLst>
              <a:ext uri="{FF2B5EF4-FFF2-40B4-BE49-F238E27FC236}">
                <a16:creationId xmlns:a16="http://schemas.microsoft.com/office/drawing/2014/main" id="{58750F33-9341-7DF6-6D1B-84030299CF82}"/>
              </a:ext>
            </a:extLst>
          </p:cNvPr>
          <p:cNvSpPr>
            <a:spLocks noGrp="1"/>
          </p:cNvSpPr>
          <p:nvPr>
            <p:ph sz="half" idx="2"/>
          </p:nvPr>
        </p:nvSpPr>
        <p:spPr>
          <a:xfrm>
            <a:off x="6205538" y="2097175"/>
            <a:ext cx="5435600" cy="3995650"/>
          </a:xfrm>
        </p:spPr>
        <p:txBody>
          <a:bodyPr wrap="square">
            <a:normAutofit/>
          </a:bodyPr>
          <a:lstStyle/>
          <a:p>
            <a:r>
              <a:rPr lang="es-MX"/>
              <a:t>En una época tan remota como 600 A.C., los griegos de la antigüedad descubrieron que cuando frotaban ámbar contra lana, el ámbar atraía otros objetos. En la actualidad decimos que con ese frotamiento el ámbar adquiere una carga eléctrica neta o que se carga. La palabra “eléctrico” se deriva del vocablo griego </a:t>
            </a:r>
            <a:r>
              <a:rPr lang="es-MX" err="1"/>
              <a:t>elektron</a:t>
            </a:r>
            <a:r>
              <a:rPr lang="es-MX"/>
              <a:t>, que </a:t>
            </a:r>
            <a:r>
              <a:rPr lang="es-MX" err="1"/>
              <a:t>signiﬁca</a:t>
            </a:r>
            <a:r>
              <a:rPr lang="es-MX"/>
              <a:t> </a:t>
            </a:r>
            <a:r>
              <a:rPr lang="es-MX" b="1"/>
              <a:t>ámbar.</a:t>
            </a:r>
            <a:r>
              <a:rPr lang="es-MX"/>
              <a:t> Cuando al caminar una persona frota sus zapatos sobre una alfombra de nailon, se carga eléctricamente; también carga un peine si lo pasa por su cabello seco.</a:t>
            </a:r>
          </a:p>
        </p:txBody>
      </p:sp>
      <p:sp>
        <p:nvSpPr>
          <p:cNvPr id="5131" name="Slide Number Placeholder 6">
            <a:extLst>
              <a:ext uri="{FF2B5EF4-FFF2-40B4-BE49-F238E27FC236}">
                <a16:creationId xmlns:a16="http://schemas.microsoft.com/office/drawing/2014/main" id="{ADC88D54-4FA3-0016-C65B-9D3014F9218A}"/>
              </a:ext>
            </a:extLst>
          </p:cNvPr>
          <p:cNvSpPr>
            <a:spLocks noGrp="1"/>
          </p:cNvSpPr>
          <p:nvPr>
            <p:ph type="sldNum" sz="quarter" idx="12"/>
          </p:nvPr>
        </p:nvSpPr>
        <p:spPr>
          <a:xfrm>
            <a:off x="9948863" y="6507212"/>
            <a:ext cx="1692274" cy="153888"/>
          </a:xfrm>
        </p:spPr>
        <p:txBody>
          <a:bodyPr/>
          <a:lstStyle/>
          <a:p>
            <a:pPr rtl="0">
              <a:spcAft>
                <a:spcPts val="600"/>
              </a:spcAft>
            </a:pPr>
            <a:fld id="{DBA1B0FB-D917-4C8C-928F-313BD683BF39}" type="slidenum">
              <a:rPr lang="es-MX" smtClean="0"/>
              <a:pPr rtl="0">
                <a:spcAft>
                  <a:spcPts val="600"/>
                </a:spcAft>
              </a:pPr>
              <a:t>8</a:t>
            </a:fld>
            <a:endParaRPr lang="es-MX"/>
          </a:p>
        </p:txBody>
      </p:sp>
    </p:spTree>
    <p:extLst>
      <p:ext uri="{BB962C8B-B14F-4D97-AF65-F5344CB8AC3E}">
        <p14:creationId xmlns:p14="http://schemas.microsoft.com/office/powerpoint/2010/main" val="424413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397D4A-90FF-CCC3-24A2-C99FE4B38F92}"/>
              </a:ext>
            </a:extLst>
          </p:cNvPr>
          <p:cNvSpPr>
            <a:spLocks noGrp="1"/>
          </p:cNvSpPr>
          <p:nvPr>
            <p:ph type="ctrTitle"/>
          </p:nvPr>
        </p:nvSpPr>
        <p:spPr/>
        <p:txBody>
          <a:bodyPr/>
          <a:lstStyle/>
          <a:p>
            <a:r>
              <a:rPr lang="es-MX" dirty="0"/>
              <a:t>Aportaciones de Tales</a:t>
            </a:r>
          </a:p>
        </p:txBody>
      </p:sp>
      <p:sp>
        <p:nvSpPr>
          <p:cNvPr id="3" name="Subtítulo 2">
            <a:extLst>
              <a:ext uri="{FF2B5EF4-FFF2-40B4-BE49-F238E27FC236}">
                <a16:creationId xmlns:a16="http://schemas.microsoft.com/office/drawing/2014/main" id="{5CD75BB5-2203-C382-7094-76DCFD9321DA}"/>
              </a:ext>
            </a:extLst>
          </p:cNvPr>
          <p:cNvSpPr>
            <a:spLocks noGrp="1"/>
          </p:cNvSpPr>
          <p:nvPr>
            <p:ph type="subTitle" idx="1"/>
          </p:nvPr>
        </p:nvSpPr>
        <p:spPr>
          <a:xfrm>
            <a:off x="3179763" y="1590261"/>
            <a:ext cx="8461375" cy="4502564"/>
          </a:xfrm>
        </p:spPr>
        <p:txBody>
          <a:bodyPr/>
          <a:lstStyle/>
          <a:p>
            <a:pPr marL="285750" indent="-285750" algn="l" fontAlgn="base">
              <a:buFont typeface="Arial" panose="020B0604020202020204" pitchFamily="34" charset="0"/>
              <a:buChar char="•"/>
            </a:pPr>
            <a:r>
              <a:rPr lang="es-MX" sz="1600" b="0" i="0" dirty="0">
                <a:solidFill>
                  <a:schemeClr val="tx1"/>
                </a:solidFill>
                <a:effectLst/>
                <a:latin typeface="Open Sans" panose="020F0502020204030204" pitchFamily="34" charset="0"/>
              </a:rPr>
              <a:t>Un experimento de Tales de Mileto muy conocido está unido a algo imprescindible hoy en día: la electricidad. Tales frotó una piedra de ámbar con una piel de animal y advirtió que la piedra podía atraer plumas, paja seca y partículas de su ropa. A esto lo llamó “</a:t>
            </a:r>
            <a:r>
              <a:rPr lang="es-MX" sz="1600" b="0" i="0" dirty="0" err="1">
                <a:solidFill>
                  <a:schemeClr val="tx1"/>
                </a:solidFill>
                <a:effectLst/>
                <a:latin typeface="Open Sans" panose="020F0502020204030204" pitchFamily="34" charset="0"/>
              </a:rPr>
              <a:t>elektron</a:t>
            </a:r>
            <a:r>
              <a:rPr lang="es-MX" sz="1600" b="0" i="0" dirty="0">
                <a:solidFill>
                  <a:schemeClr val="tx1"/>
                </a:solidFill>
                <a:effectLst/>
                <a:latin typeface="Open Sans" panose="020F0502020204030204" pitchFamily="34" charset="0"/>
              </a:rPr>
              <a:t>”, denominación griega relativa al ámbar.  </a:t>
            </a:r>
          </a:p>
          <a:p>
            <a:pPr marL="285750" indent="-285750" algn="l" fontAlgn="base">
              <a:buFont typeface="Arial" panose="020B0604020202020204" pitchFamily="34" charset="0"/>
              <a:buChar char="•"/>
            </a:pPr>
            <a:r>
              <a:rPr lang="es-MX" sz="1600" b="0" i="0" dirty="0">
                <a:solidFill>
                  <a:schemeClr val="tx1"/>
                </a:solidFill>
                <a:effectLst/>
                <a:latin typeface="Open Sans" panose="020F0502020204030204" pitchFamily="34" charset="0"/>
              </a:rPr>
              <a:t>Sin embargo, el filósofo Mileto no llegó a entrever que esto sucedía por la distribución de cargas eléctricas, pero sí consideró que el poder de atracción estaba en la piedra. Lo anterior fue la base para que, mucho tiempo después, el médico inglés y filósofo William Gilbert denominara lo que actualmente conocemos como electricidad.  </a:t>
            </a:r>
          </a:p>
          <a:p>
            <a:pPr marL="285750" indent="-285750" algn="l" fontAlgn="base">
              <a:buFont typeface="Arial" panose="020B0604020202020204" pitchFamily="34" charset="0"/>
              <a:buChar char="•"/>
            </a:pPr>
            <a:r>
              <a:rPr lang="es-MX" sz="1600" b="0" i="0" dirty="0">
                <a:solidFill>
                  <a:schemeClr val="tx1"/>
                </a:solidFill>
                <a:effectLst/>
                <a:latin typeface="Open Sans" panose="020F0502020204030204" pitchFamily="34" charset="0"/>
              </a:rPr>
              <a:t>Otro de los inventos de Tales de Mileto fue el magnetismo. Resulta que Tales también frotó hierro con un mineral llamado magnetita, el cual tiene la capacidad de atraer metales. Entonces con este experimento, supo que el hierro era capaz de atraer objetos de igual forma, adquiriendo las características del mineral.  </a:t>
            </a:r>
          </a:p>
          <a:p>
            <a:pPr marL="285750" indent="-285750" algn="l" fontAlgn="base">
              <a:buFont typeface="Arial" panose="020B0604020202020204" pitchFamily="34" charset="0"/>
              <a:buChar char="•"/>
            </a:pPr>
            <a:r>
              <a:rPr lang="es-MX" sz="1600" b="0" i="0" dirty="0">
                <a:solidFill>
                  <a:schemeClr val="tx1"/>
                </a:solidFill>
                <a:effectLst/>
                <a:latin typeface="Open Sans" panose="020F0502020204030204" pitchFamily="34" charset="0"/>
              </a:rPr>
              <a:t>No obstante, el experimento de Tales de Mileto no pudo explicar del todo la razón de este fenómeno, pues él pensaba que los elementos tenían alma o vida (lo cual es llamado concepción animista del universo), pero sus análisis lograron darle al menos un nombre: magnetismo. </a:t>
            </a:r>
          </a:p>
          <a:p>
            <a:endParaRPr lang="es-MX" dirty="0"/>
          </a:p>
        </p:txBody>
      </p:sp>
      <p:sp>
        <p:nvSpPr>
          <p:cNvPr id="6" name="Marcador de número de diapositiva 5">
            <a:extLst>
              <a:ext uri="{FF2B5EF4-FFF2-40B4-BE49-F238E27FC236}">
                <a16:creationId xmlns:a16="http://schemas.microsoft.com/office/drawing/2014/main" id="{AFB41852-4050-3E14-AC76-7C3EBCD2330C}"/>
              </a:ext>
            </a:extLst>
          </p:cNvPr>
          <p:cNvSpPr>
            <a:spLocks noGrp="1"/>
          </p:cNvSpPr>
          <p:nvPr>
            <p:ph type="sldNum" sz="quarter" idx="12"/>
          </p:nvPr>
        </p:nvSpPr>
        <p:spPr/>
        <p:txBody>
          <a:bodyPr/>
          <a:lstStyle/>
          <a:p>
            <a:pPr rtl="0"/>
            <a:fld id="{DBA1B0FB-D917-4C8C-928F-313BD683BF39}" type="slidenum">
              <a:rPr lang="es-MX" smtClean="0"/>
              <a:t>9</a:t>
            </a:fld>
            <a:endParaRPr lang="es-MX"/>
          </a:p>
        </p:txBody>
      </p:sp>
    </p:spTree>
    <p:extLst>
      <p:ext uri="{BB962C8B-B14F-4D97-AF65-F5344CB8AC3E}">
        <p14:creationId xmlns:p14="http://schemas.microsoft.com/office/powerpoint/2010/main" val="710873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ítulo 13">
            <a:extLst>
              <a:ext uri="{FF2B5EF4-FFF2-40B4-BE49-F238E27FC236}">
                <a16:creationId xmlns:a16="http://schemas.microsoft.com/office/drawing/2014/main" id="{C15EE852-24F1-4643-8082-AB45CFF2BA10}"/>
              </a:ext>
            </a:extLst>
          </p:cNvPr>
          <p:cNvSpPr>
            <a:spLocks noGrp="1"/>
          </p:cNvSpPr>
          <p:nvPr>
            <p:ph type="title"/>
          </p:nvPr>
        </p:nvSpPr>
        <p:spPr>
          <a:xfrm>
            <a:off x="550863" y="549275"/>
            <a:ext cx="11090275" cy="984885"/>
          </a:xfrm>
        </p:spPr>
        <p:txBody>
          <a:bodyPr wrap="square" rtlCol="0" anchor="t">
            <a:normAutofit/>
          </a:bodyPr>
          <a:lstStyle/>
          <a:p>
            <a:pPr algn="ctr" rtl="0"/>
            <a:r>
              <a:rPr lang="es-MX" dirty="0">
                <a:solidFill>
                  <a:srgbClr val="00B0F0"/>
                </a:solidFill>
              </a:rPr>
              <a:t>El experimento: Construye un electroscopio</a:t>
            </a:r>
          </a:p>
        </p:txBody>
      </p:sp>
      <p:pic>
        <p:nvPicPr>
          <p:cNvPr id="7" name="Marcador de posición de imagen 6" descr="Imagen que contiene Gráfico&#10;&#10;Descripción generada automáticamente">
            <a:extLst>
              <a:ext uri="{FF2B5EF4-FFF2-40B4-BE49-F238E27FC236}">
                <a16:creationId xmlns:a16="http://schemas.microsoft.com/office/drawing/2014/main" id="{97014711-E90C-E7EE-668A-9FDCCFF568D5}"/>
              </a:ext>
            </a:extLst>
          </p:cNvPr>
          <p:cNvPicPr>
            <a:picLocks noGrp="1" noChangeAspect="1"/>
          </p:cNvPicPr>
          <p:nvPr>
            <p:ph idx="1"/>
          </p:nvPr>
        </p:nvPicPr>
        <p:blipFill>
          <a:blip r:embed="rId2"/>
          <a:stretch>
            <a:fillRect/>
          </a:stretch>
        </p:blipFill>
        <p:spPr>
          <a:xfrm>
            <a:off x="5281101" y="1750060"/>
            <a:ext cx="5374709" cy="4342765"/>
          </a:xfrm>
          <a:noFill/>
        </p:spPr>
      </p:pic>
      <p:sp>
        <p:nvSpPr>
          <p:cNvPr id="26" name="Text Placeholder 3">
            <a:extLst>
              <a:ext uri="{FF2B5EF4-FFF2-40B4-BE49-F238E27FC236}">
                <a16:creationId xmlns:a16="http://schemas.microsoft.com/office/drawing/2014/main" id="{DE9BD20D-AE53-56D5-31BC-66D987046FC7}"/>
              </a:ext>
            </a:extLst>
          </p:cNvPr>
          <p:cNvSpPr>
            <a:spLocks noGrp="1"/>
          </p:cNvSpPr>
          <p:nvPr>
            <p:ph type="body" sz="half" idx="2"/>
          </p:nvPr>
        </p:nvSpPr>
        <p:spPr>
          <a:xfrm>
            <a:off x="550863" y="1750060"/>
            <a:ext cx="3565525" cy="4342765"/>
          </a:xfrm>
        </p:spPr>
        <p:txBody>
          <a:bodyPr/>
          <a:lstStyle/>
          <a:p>
            <a:r>
              <a:rPr lang="es-DO" sz="2000" kern="100" dirty="0">
                <a:effectLst/>
                <a:latin typeface="Calibri" panose="020F0502020204030204" pitchFamily="34" charset="0"/>
                <a:ea typeface="Calibri" panose="020F0502020204030204" pitchFamily="34" charset="0"/>
                <a:cs typeface="Times New Roman" panose="02020603050405020304" pitchFamily="18" charset="0"/>
              </a:rPr>
              <a:t>Los electroscopios se utilizan en experimentos y demostraciones educativas para ilustrar conceptos relacionados con la electricidad estática y la electrostática. También se han utilizado históricamente para determinar la polaridad y la magnitud de las cargas eléctricas. Aunque los electroscopios son dispositivos simples, son herramientas útiles para comprender y estudiar fenómenos eléctricos básicos.</a:t>
            </a:r>
            <a:endParaRPr lang="es-MX"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21" name="Marcador de posición de número de diapositiva 20">
            <a:extLst>
              <a:ext uri="{FF2B5EF4-FFF2-40B4-BE49-F238E27FC236}">
                <a16:creationId xmlns:a16="http://schemas.microsoft.com/office/drawing/2014/main" id="{1C563B34-DD53-4FB1-B8C2-8914E01C6365}"/>
              </a:ext>
            </a:extLst>
          </p:cNvPr>
          <p:cNvSpPr>
            <a:spLocks noGrp="1"/>
          </p:cNvSpPr>
          <p:nvPr>
            <p:ph type="sldNum" sz="quarter" idx="12"/>
          </p:nvPr>
        </p:nvSpPr>
        <p:spPr>
          <a:xfrm>
            <a:off x="9948863" y="6507212"/>
            <a:ext cx="1692274" cy="153888"/>
          </a:xfrm>
        </p:spPr>
        <p:txBody>
          <a:bodyPr wrap="square" rtlCol="0" anchor="ctr">
            <a:normAutofit/>
          </a:bodyPr>
          <a:lstStyle/>
          <a:p>
            <a:pPr rtl="0">
              <a:spcAft>
                <a:spcPts val="600"/>
              </a:spcAft>
            </a:pPr>
            <a:fld id="{DBA1B0FB-D917-4C8C-928F-313BD683BF39}" type="slidenum">
              <a:rPr lang="es-MX" smtClean="0"/>
              <a:pPr rtl="0">
                <a:spcAft>
                  <a:spcPts val="600"/>
                </a:spcAft>
              </a:pPr>
              <a:t>10</a:t>
            </a:fld>
            <a:endParaRPr lang="es-MX"/>
          </a:p>
        </p:txBody>
      </p:sp>
    </p:spTree>
    <p:extLst>
      <p:ext uri="{BB962C8B-B14F-4D97-AF65-F5344CB8AC3E}">
        <p14:creationId xmlns:p14="http://schemas.microsoft.com/office/powerpoint/2010/main" val="395518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35DF-BAA5-B5BC-B71E-FFDF7E3BB349}"/>
              </a:ext>
            </a:extLst>
          </p:cNvPr>
          <p:cNvSpPr>
            <a:spLocks noGrp="1"/>
          </p:cNvSpPr>
          <p:nvPr>
            <p:ph type="title"/>
          </p:nvPr>
        </p:nvSpPr>
        <p:spPr>
          <a:xfrm>
            <a:off x="550864" y="549275"/>
            <a:ext cx="3565524" cy="1997855"/>
          </a:xfrm>
        </p:spPr>
        <p:txBody>
          <a:bodyPr vert="horz" wrap="square" lIns="0" tIns="0" rIns="0" bIns="0" rtlCol="0" anchor="b" anchorCtr="0">
            <a:normAutofit/>
          </a:bodyPr>
          <a:lstStyle/>
          <a:p>
            <a:r>
              <a:rPr lang="es-MX" sz="4100" kern="1200">
                <a:latin typeface="+mj-lt"/>
                <a:ea typeface="+mj-ea"/>
                <a:cs typeface="+mj-cs"/>
              </a:rPr>
              <a:t>Carga Eléctrica Y Sus Propiedades</a:t>
            </a:r>
          </a:p>
        </p:txBody>
      </p:sp>
      <p:sp>
        <p:nvSpPr>
          <p:cNvPr id="3" name="CuadroTexto 2">
            <a:extLst>
              <a:ext uri="{FF2B5EF4-FFF2-40B4-BE49-F238E27FC236}">
                <a16:creationId xmlns:a16="http://schemas.microsoft.com/office/drawing/2014/main" id="{B9B82CAA-2895-0D69-21A5-B59DC8145DE2}"/>
              </a:ext>
            </a:extLst>
          </p:cNvPr>
          <p:cNvSpPr txBox="1"/>
          <p:nvPr/>
        </p:nvSpPr>
        <p:spPr>
          <a:xfrm>
            <a:off x="550863" y="2677306"/>
            <a:ext cx="3565525" cy="3415519"/>
          </a:xfrm>
          <a:prstGeom prst="rect">
            <a:avLst/>
          </a:prstGeom>
        </p:spPr>
        <p:txBody>
          <a:bodyPr vert="horz" wrap="square" lIns="0" tIns="0" rIns="0" bIns="0" rtlCol="0" anchor="t" anchorCtr="0">
            <a:normAutofit/>
          </a:bodyPr>
          <a:lstStyle/>
          <a:p>
            <a:pPr marL="228600" indent="-228600">
              <a:lnSpc>
                <a:spcPct val="120000"/>
              </a:lnSpc>
              <a:spcBef>
                <a:spcPts val="1000"/>
              </a:spcBef>
              <a:spcAft>
                <a:spcPts val="800"/>
              </a:spcAft>
            </a:pPr>
            <a:r>
              <a:rPr lang="es-MX" sz="2000" b="1" i="0" kern="1200" dirty="0">
                <a:solidFill>
                  <a:schemeClr val="tx1">
                    <a:alpha val="60000"/>
                  </a:schemeClr>
                </a:solidFill>
                <a:effectLst/>
                <a:latin typeface="+mn-lt"/>
                <a:ea typeface="+mn-ea"/>
                <a:cs typeface="+mn-cs"/>
              </a:rPr>
              <a:t>   La carga eléctrica es una propiedad física propia de algunas partículas subatómicas que se manifiesta mediante fuerzas de atracción y repulsión entre ellas. </a:t>
            </a:r>
            <a:endParaRPr lang="es-MX" sz="2000" kern="1200" dirty="0">
              <a:solidFill>
                <a:schemeClr val="tx1">
                  <a:alpha val="60000"/>
                </a:schemeClr>
              </a:solidFill>
              <a:latin typeface="+mn-lt"/>
              <a:ea typeface="+mn-ea"/>
              <a:cs typeface="+mn-cs"/>
            </a:endParaRPr>
          </a:p>
        </p:txBody>
      </p:sp>
      <p:pic>
        <p:nvPicPr>
          <p:cNvPr id="1028" name="Picture 4" descr="Química Teoría cuántica y estructura atómica : 1.2. Base experimental de la  teoría cuántica.">
            <a:extLst>
              <a:ext uri="{FF2B5EF4-FFF2-40B4-BE49-F238E27FC236}">
                <a16:creationId xmlns:a16="http://schemas.microsoft.com/office/drawing/2014/main" id="{B5592601-3802-4514-0F3C-F5EA9824F6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3"/>
          <a:stretch/>
        </p:blipFill>
        <p:spPr bwMode="auto">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rgbClr val="FFFFFF"/>
          </a:solidFill>
        </p:spPr>
      </p:pic>
      <p:pic>
        <p:nvPicPr>
          <p:cNvPr id="1030" name="Picture 6" descr="Cuál es la estructura de los átomos? - Quora">
            <a:extLst>
              <a:ext uri="{FF2B5EF4-FFF2-40B4-BE49-F238E27FC236}">
                <a16:creationId xmlns:a16="http://schemas.microsoft.com/office/drawing/2014/main" id="{04BA7DEF-3B56-D0EA-6635-3E80486851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399" r="6353" b="3"/>
          <a:stretch/>
        </p:blipFill>
        <p:spPr bwMode="auto">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noFill/>
        </p:spPr>
      </p:pic>
      <p:pic>
        <p:nvPicPr>
          <p:cNvPr id="5" name="Marcador de posición de imagen 4" descr="Icono&#10;&#10;Descripción generada automáticamente">
            <a:extLst>
              <a:ext uri="{FF2B5EF4-FFF2-40B4-BE49-F238E27FC236}">
                <a16:creationId xmlns:a16="http://schemas.microsoft.com/office/drawing/2014/main" id="{CF17BD19-CE4D-D4CC-09D0-55E9A371C910}"/>
              </a:ext>
            </a:extLst>
          </p:cNvPr>
          <p:cNvPicPr>
            <a:picLocks noGrp="1" noChangeAspect="1"/>
          </p:cNvPicPr>
          <p:nvPr>
            <p:ph type="pic" sz="quarter" idx="15"/>
          </p:nvPr>
        </p:nvPicPr>
        <p:blipFill rotWithShape="1">
          <a:blip r:embed="rId4"/>
          <a:srcRect l="11307" r="13261" b="1"/>
          <a:stretch/>
        </p:blipFill>
        <p:spPr>
          <a:xfrm>
            <a:off x="9091612" y="3324733"/>
            <a:ext cx="2936876" cy="2936876"/>
          </a:xfrm>
          <a:noFill/>
        </p:spPr>
      </p:pic>
      <p:sp>
        <p:nvSpPr>
          <p:cNvPr id="1035" name="Date Placeholder 5">
            <a:extLst>
              <a:ext uri="{FF2B5EF4-FFF2-40B4-BE49-F238E27FC236}">
                <a16:creationId xmlns:a16="http://schemas.microsoft.com/office/drawing/2014/main" id="{5C8FB480-501B-DB58-F488-8984D083A4CD}"/>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s-MX" kern="1200">
                <a:latin typeface="+mn-lt"/>
                <a:ea typeface="+mn-ea"/>
                <a:cs typeface="+mn-cs"/>
              </a:rPr>
              <a:t>Martes, 2 de febrero de 20XX</a:t>
            </a:r>
          </a:p>
        </p:txBody>
      </p:sp>
      <p:sp>
        <p:nvSpPr>
          <p:cNvPr id="1042" name="Footer Placeholder 7">
            <a:extLst>
              <a:ext uri="{FF2B5EF4-FFF2-40B4-BE49-F238E27FC236}">
                <a16:creationId xmlns:a16="http://schemas.microsoft.com/office/drawing/2014/main" id="{8277F667-3F9B-69EB-ABE8-20AB9B9A6316}"/>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s-MX" kern="1200">
                <a:latin typeface="+mn-lt"/>
                <a:ea typeface="+mn-ea"/>
                <a:cs typeface="+mn-cs"/>
              </a:rPr>
              <a:t>Ejemplo de Texto al pie de página</a:t>
            </a:r>
          </a:p>
        </p:txBody>
      </p:sp>
      <p:sp>
        <p:nvSpPr>
          <p:cNvPr id="6" name="Marcador de número de diapositiva 5">
            <a:extLst>
              <a:ext uri="{FF2B5EF4-FFF2-40B4-BE49-F238E27FC236}">
                <a16:creationId xmlns:a16="http://schemas.microsoft.com/office/drawing/2014/main" id="{FCF71E51-34CB-944B-47F0-A0ECA7ACAA20}"/>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s-MX" smtClean="0"/>
              <a:pPr>
                <a:spcAft>
                  <a:spcPts val="600"/>
                </a:spcAft>
              </a:pPr>
              <a:t>11</a:t>
            </a:fld>
            <a:endParaRPr lang="es-MX"/>
          </a:p>
        </p:txBody>
      </p:sp>
    </p:spTree>
    <p:extLst>
      <p:ext uri="{BB962C8B-B14F-4D97-AF65-F5344CB8AC3E}">
        <p14:creationId xmlns:p14="http://schemas.microsoft.com/office/powerpoint/2010/main" val="1632606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35DF-BAA5-B5BC-B71E-FFDF7E3BB349}"/>
              </a:ext>
            </a:extLst>
          </p:cNvPr>
          <p:cNvSpPr>
            <a:spLocks noGrp="1"/>
          </p:cNvSpPr>
          <p:nvPr>
            <p:ph type="title"/>
          </p:nvPr>
        </p:nvSpPr>
        <p:spPr>
          <a:xfrm>
            <a:off x="550862" y="549275"/>
            <a:ext cx="11091600" cy="1332000"/>
          </a:xfrm>
        </p:spPr>
        <p:txBody>
          <a:bodyPr wrap="square" anchor="t">
            <a:normAutofit/>
          </a:bodyPr>
          <a:lstStyle/>
          <a:p>
            <a:pPr algn="ctr"/>
            <a:r>
              <a:rPr lang="es-MX" dirty="0"/>
              <a:t> Atracción y Repulsión de Cargas</a:t>
            </a:r>
          </a:p>
        </p:txBody>
      </p:sp>
      <p:pic>
        <p:nvPicPr>
          <p:cNvPr id="8" name="Marcador de contenido 7">
            <a:extLst>
              <a:ext uri="{FF2B5EF4-FFF2-40B4-BE49-F238E27FC236}">
                <a16:creationId xmlns:a16="http://schemas.microsoft.com/office/drawing/2014/main" id="{5DAA2173-0521-E29A-4F55-7918F9140839}"/>
              </a:ext>
            </a:extLst>
          </p:cNvPr>
          <p:cNvPicPr>
            <a:picLocks noGrp="1" noChangeAspect="1"/>
          </p:cNvPicPr>
          <p:nvPr>
            <p:ph idx="1"/>
          </p:nvPr>
        </p:nvPicPr>
        <p:blipFill>
          <a:blip r:embed="rId2"/>
          <a:stretch>
            <a:fillRect/>
          </a:stretch>
        </p:blipFill>
        <p:spPr>
          <a:xfrm>
            <a:off x="1822408" y="1452463"/>
            <a:ext cx="8547184" cy="3953073"/>
          </a:xfrm>
          <a:noFill/>
        </p:spPr>
      </p:pic>
      <p:sp>
        <p:nvSpPr>
          <p:cNvPr id="4" name="Marcador de texto 3">
            <a:extLst>
              <a:ext uri="{FF2B5EF4-FFF2-40B4-BE49-F238E27FC236}">
                <a16:creationId xmlns:a16="http://schemas.microsoft.com/office/drawing/2014/main" id="{42FF1E20-46BE-6F7B-CE0D-D548821C5007}"/>
              </a:ext>
            </a:extLst>
          </p:cNvPr>
          <p:cNvSpPr txBox="1">
            <a:spLocks/>
          </p:cNvSpPr>
          <p:nvPr/>
        </p:nvSpPr>
        <p:spPr>
          <a:xfrm>
            <a:off x="1944839" y="5442743"/>
            <a:ext cx="8964929" cy="1731963"/>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MX" b="1" dirty="0">
                <a:solidFill>
                  <a:srgbClr val="FFC000"/>
                </a:solidFill>
              </a:rPr>
              <a:t> Benjamín Franklin (1706-1790) sugirió llamar a esas dos clases de carga negativa y positiva, respectivamente, y tales nombres aún se utilizan. </a:t>
            </a:r>
          </a:p>
        </p:txBody>
      </p:sp>
    </p:spTree>
    <p:extLst>
      <p:ext uri="{BB962C8B-B14F-4D97-AF65-F5344CB8AC3E}">
        <p14:creationId xmlns:p14="http://schemas.microsoft.com/office/powerpoint/2010/main" val="130850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35DF-BAA5-B5BC-B71E-FFDF7E3BB349}"/>
              </a:ext>
            </a:extLst>
          </p:cNvPr>
          <p:cNvSpPr>
            <a:spLocks noGrp="1"/>
          </p:cNvSpPr>
          <p:nvPr>
            <p:ph type="title"/>
          </p:nvPr>
        </p:nvSpPr>
        <p:spPr>
          <a:xfrm>
            <a:off x="550862" y="549275"/>
            <a:ext cx="11091600" cy="1332000"/>
          </a:xfrm>
        </p:spPr>
        <p:txBody>
          <a:bodyPr wrap="square" anchor="t">
            <a:normAutofit/>
          </a:bodyPr>
          <a:lstStyle/>
          <a:p>
            <a:pPr algn="ctr"/>
            <a:r>
              <a:rPr lang="es-MX" dirty="0"/>
              <a:t> Carga por inducción</a:t>
            </a:r>
          </a:p>
        </p:txBody>
      </p:sp>
      <p:pic>
        <p:nvPicPr>
          <p:cNvPr id="7" name="Marcador de contenido 6" descr="Diagrama&#10;&#10;Descripción generada automáticamente">
            <a:extLst>
              <a:ext uri="{FF2B5EF4-FFF2-40B4-BE49-F238E27FC236}">
                <a16:creationId xmlns:a16="http://schemas.microsoft.com/office/drawing/2014/main" id="{58DDC063-8F6C-65AA-F850-5AAA0045DB99}"/>
              </a:ext>
            </a:extLst>
          </p:cNvPr>
          <p:cNvPicPr>
            <a:picLocks noGrp="1" noChangeAspect="1"/>
          </p:cNvPicPr>
          <p:nvPr>
            <p:ph idx="1"/>
          </p:nvPr>
        </p:nvPicPr>
        <p:blipFill>
          <a:blip r:embed="rId2"/>
          <a:stretch>
            <a:fillRect/>
          </a:stretch>
        </p:blipFill>
        <p:spPr>
          <a:xfrm>
            <a:off x="184556" y="1485967"/>
            <a:ext cx="11899588" cy="3953937"/>
          </a:xfrm>
        </p:spPr>
      </p:pic>
    </p:spTree>
    <p:extLst>
      <p:ext uri="{BB962C8B-B14F-4D97-AF65-F5344CB8AC3E}">
        <p14:creationId xmlns:p14="http://schemas.microsoft.com/office/powerpoint/2010/main" val="801998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35DF-BAA5-B5BC-B71E-FFDF7E3BB349}"/>
              </a:ext>
            </a:extLst>
          </p:cNvPr>
          <p:cNvSpPr>
            <a:spLocks noGrp="1"/>
          </p:cNvSpPr>
          <p:nvPr>
            <p:ph type="title"/>
          </p:nvPr>
        </p:nvSpPr>
        <p:spPr>
          <a:xfrm>
            <a:off x="324006" y="281021"/>
            <a:ext cx="11543988" cy="844283"/>
          </a:xfrm>
        </p:spPr>
        <p:txBody>
          <a:bodyPr wrap="square" anchor="t">
            <a:normAutofit/>
          </a:bodyPr>
          <a:lstStyle/>
          <a:p>
            <a:r>
              <a:rPr lang="es-MX" dirty="0"/>
              <a:t>Aplicación de la ley de atracción y repulsión</a:t>
            </a:r>
          </a:p>
        </p:txBody>
      </p:sp>
      <p:pic>
        <p:nvPicPr>
          <p:cNvPr id="8" name="Marcador de contenido 7">
            <a:extLst>
              <a:ext uri="{FF2B5EF4-FFF2-40B4-BE49-F238E27FC236}">
                <a16:creationId xmlns:a16="http://schemas.microsoft.com/office/drawing/2014/main" id="{5DAA2173-0521-E29A-4F55-7918F9140839}"/>
              </a:ext>
            </a:extLst>
          </p:cNvPr>
          <p:cNvPicPr>
            <a:picLocks noGrp="1" noChangeAspect="1"/>
          </p:cNvPicPr>
          <p:nvPr>
            <p:ph idx="1"/>
          </p:nvPr>
        </p:nvPicPr>
        <p:blipFill>
          <a:blip r:embed="rId2"/>
          <a:stretch/>
        </p:blipFill>
        <p:spPr>
          <a:xfrm>
            <a:off x="241234" y="1128344"/>
            <a:ext cx="11734490" cy="5427202"/>
          </a:xfrm>
          <a:noFill/>
        </p:spPr>
      </p:pic>
    </p:spTree>
    <p:extLst>
      <p:ext uri="{BB962C8B-B14F-4D97-AF65-F5344CB8AC3E}">
        <p14:creationId xmlns:p14="http://schemas.microsoft.com/office/powerpoint/2010/main" val="4762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01F90294-7356-CE02-168B-2B51CD4366A7}"/>
              </a:ext>
            </a:extLst>
          </p:cNvPr>
          <p:cNvSpPr/>
          <p:nvPr/>
        </p:nvSpPr>
        <p:spPr>
          <a:xfrm>
            <a:off x="5365016" y="4047331"/>
            <a:ext cx="4097035" cy="2485991"/>
          </a:xfrm>
          <a:prstGeom prst="rect">
            <a:avLst/>
          </a:prstGeom>
          <a:ln w="57150">
            <a:solidFill>
              <a:srgbClr val="00B0F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2" name="Título 1">
            <a:extLst>
              <a:ext uri="{FF2B5EF4-FFF2-40B4-BE49-F238E27FC236}">
                <a16:creationId xmlns:a16="http://schemas.microsoft.com/office/drawing/2014/main" id="{B9E2B468-7587-F25B-D533-3358F8CF1079}"/>
              </a:ext>
            </a:extLst>
          </p:cNvPr>
          <p:cNvSpPr>
            <a:spLocks noGrp="1"/>
          </p:cNvSpPr>
          <p:nvPr>
            <p:ph type="ctrTitle"/>
          </p:nvPr>
        </p:nvSpPr>
        <p:spPr>
          <a:xfrm>
            <a:off x="5630771" y="1056073"/>
            <a:ext cx="3565524" cy="2384898"/>
          </a:xfrm>
        </p:spPr>
        <p:txBody>
          <a:bodyPr/>
          <a:lstStyle/>
          <a:p>
            <a:r>
              <a:rPr lang="es-MX" dirty="0"/>
              <a:t>Carga Eléctrica y Estructura De la Materia</a:t>
            </a:r>
          </a:p>
        </p:txBody>
      </p:sp>
      <p:sp>
        <p:nvSpPr>
          <p:cNvPr id="4" name="Marcador de texto 3">
            <a:extLst>
              <a:ext uri="{FF2B5EF4-FFF2-40B4-BE49-F238E27FC236}">
                <a16:creationId xmlns:a16="http://schemas.microsoft.com/office/drawing/2014/main" id="{752D0BD2-4568-A70E-1D8E-4587855C2BA8}"/>
              </a:ext>
            </a:extLst>
          </p:cNvPr>
          <p:cNvSpPr>
            <a:spLocks noGrp="1"/>
          </p:cNvSpPr>
          <p:nvPr>
            <p:ph type="body" sz="quarter" idx="14"/>
          </p:nvPr>
        </p:nvSpPr>
        <p:spPr>
          <a:xfrm>
            <a:off x="5788397" y="4114178"/>
            <a:ext cx="3565524" cy="1731963"/>
          </a:xfrm>
        </p:spPr>
        <p:txBody>
          <a:bodyPr/>
          <a:lstStyle/>
          <a:p>
            <a:r>
              <a:rPr lang="es-MX" dirty="0">
                <a:solidFill>
                  <a:srgbClr val="FFFF00"/>
                </a:solidFill>
              </a:rPr>
              <a:t>   </a:t>
            </a:r>
            <a:r>
              <a:rPr lang="es-MX" b="1" dirty="0">
                <a:solidFill>
                  <a:srgbClr val="FFC000"/>
                </a:solidFill>
              </a:rPr>
              <a:t>La estructura de los átomos se describe en términos de tres partículas: </a:t>
            </a:r>
            <a:r>
              <a:rPr lang="es-MX" b="1" dirty="0">
                <a:solidFill>
                  <a:srgbClr val="00B0F0"/>
                </a:solidFill>
              </a:rPr>
              <a:t>el electrón</a:t>
            </a:r>
            <a:r>
              <a:rPr lang="es-MX" b="1" dirty="0">
                <a:solidFill>
                  <a:srgbClr val="FFC000"/>
                </a:solidFill>
              </a:rPr>
              <a:t>, con carga negativa; el </a:t>
            </a:r>
            <a:r>
              <a:rPr lang="es-MX" b="1" dirty="0">
                <a:solidFill>
                  <a:srgbClr val="FF0000"/>
                </a:solidFill>
              </a:rPr>
              <a:t>protón</a:t>
            </a:r>
            <a:r>
              <a:rPr lang="es-MX" b="1" dirty="0">
                <a:solidFill>
                  <a:srgbClr val="FFC000"/>
                </a:solidFill>
              </a:rPr>
              <a:t>, cuya carga es positiva; y el </a:t>
            </a:r>
            <a:r>
              <a:rPr lang="es-MX" b="1" dirty="0">
                <a:solidFill>
                  <a:schemeClr val="tx1">
                    <a:lumMod val="95000"/>
                  </a:schemeClr>
                </a:solidFill>
              </a:rPr>
              <a:t>neutrón</a:t>
            </a:r>
            <a:r>
              <a:rPr lang="es-MX" b="1" dirty="0">
                <a:solidFill>
                  <a:srgbClr val="FFC000"/>
                </a:solidFill>
              </a:rPr>
              <a:t>, sin carga.</a:t>
            </a:r>
            <a:endParaRPr lang="es-MX" sz="2400" b="1" dirty="0">
              <a:solidFill>
                <a:srgbClr val="FFC000"/>
              </a:solidFill>
            </a:endParaRPr>
          </a:p>
        </p:txBody>
      </p:sp>
      <p:pic>
        <p:nvPicPr>
          <p:cNvPr id="8" name="Imagen 7" descr="Diagrama&#10;&#10;Descripción generada automáticamente">
            <a:extLst>
              <a:ext uri="{FF2B5EF4-FFF2-40B4-BE49-F238E27FC236}">
                <a16:creationId xmlns:a16="http://schemas.microsoft.com/office/drawing/2014/main" id="{2C5D1769-EF76-3BCD-CA70-ECE540D6D12D}"/>
              </a:ext>
            </a:extLst>
          </p:cNvPr>
          <p:cNvPicPr>
            <a:picLocks noChangeAspect="1"/>
          </p:cNvPicPr>
          <p:nvPr/>
        </p:nvPicPr>
        <p:blipFill>
          <a:blip r:embed="rId2"/>
          <a:stretch>
            <a:fillRect/>
          </a:stretch>
        </p:blipFill>
        <p:spPr>
          <a:xfrm>
            <a:off x="232631" y="0"/>
            <a:ext cx="3565524" cy="6789792"/>
          </a:xfrm>
          <a:prstGeom prst="rect">
            <a:avLst/>
          </a:prstGeom>
        </p:spPr>
      </p:pic>
      <p:pic>
        <p:nvPicPr>
          <p:cNvPr id="2052" name="Picture 4" descr="Definición de Importante » Concepto en DefiniciónABC">
            <a:extLst>
              <a:ext uri="{FF2B5EF4-FFF2-40B4-BE49-F238E27FC236}">
                <a16:creationId xmlns:a16="http://schemas.microsoft.com/office/drawing/2014/main" id="{8849BB7B-F354-D751-E28B-F8B41EC44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1430" y="3602762"/>
            <a:ext cx="1066967" cy="889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66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8CAC0AEF-DC0A-4258-6C1B-E0D7D886DFBB}"/>
              </a:ext>
            </a:extLst>
          </p:cNvPr>
          <p:cNvSpPr>
            <a:spLocks noGrp="1"/>
          </p:cNvSpPr>
          <p:nvPr>
            <p:ph type="title"/>
          </p:nvPr>
        </p:nvSpPr>
        <p:spPr>
          <a:xfrm>
            <a:off x="550864" y="549275"/>
            <a:ext cx="3566160" cy="1800030"/>
          </a:xfrm>
        </p:spPr>
        <p:txBody>
          <a:bodyPr wrap="square" anchor="b">
            <a:normAutofit fontScale="90000"/>
          </a:bodyPr>
          <a:lstStyle/>
          <a:p>
            <a:br>
              <a:rPr lang="en-US" dirty="0"/>
            </a:br>
            <a:r>
              <a:rPr lang="en-US" dirty="0"/>
              <a:t>Charles Augustine Coulomb</a:t>
            </a:r>
            <a:br>
              <a:rPr lang="en-US" dirty="0"/>
            </a:br>
            <a:r>
              <a:rPr lang="en-US" sz="2700" b="1" dirty="0">
                <a:solidFill>
                  <a:schemeClr val="accent1"/>
                </a:solidFill>
              </a:rPr>
              <a:t>1736 - 1806</a:t>
            </a:r>
          </a:p>
        </p:txBody>
      </p:sp>
      <p:sp>
        <p:nvSpPr>
          <p:cNvPr id="26" name="Content Placeholder 2">
            <a:extLst>
              <a:ext uri="{FF2B5EF4-FFF2-40B4-BE49-F238E27FC236}">
                <a16:creationId xmlns:a16="http://schemas.microsoft.com/office/drawing/2014/main" id="{28977AA0-CDBE-32DE-F9D7-58E4ADC76FF2}"/>
              </a:ext>
            </a:extLst>
          </p:cNvPr>
          <p:cNvSpPr>
            <a:spLocks noGrp="1"/>
          </p:cNvSpPr>
          <p:nvPr>
            <p:ph sz="quarter" idx="15"/>
          </p:nvPr>
        </p:nvSpPr>
        <p:spPr>
          <a:xfrm>
            <a:off x="3431590" y="240934"/>
            <a:ext cx="3566160" cy="3917260"/>
          </a:xfrm>
        </p:spPr>
        <p:txBody>
          <a:bodyPr/>
          <a:lstStyle/>
          <a:p>
            <a:r>
              <a:rPr lang="es-MX" b="0" i="0" dirty="0">
                <a:solidFill>
                  <a:srgbClr val="1A1A1A"/>
                </a:solidFill>
                <a:effectLst/>
                <a:latin typeface="Georgia" panose="02040502050405020303" pitchFamily="18" charset="0"/>
              </a:rPr>
              <a:t>(  </a:t>
            </a:r>
            <a:r>
              <a:rPr lang="es-MX" sz="1800" dirty="0">
                <a:solidFill>
                  <a:schemeClr val="tx1"/>
                </a:solidFill>
                <a:latin typeface="Georgia" panose="02040502050405020303" pitchFamily="18" charset="0"/>
              </a:rPr>
              <a:t>N</a:t>
            </a:r>
            <a:r>
              <a:rPr lang="es-MX" sz="1800" b="0" i="0" dirty="0">
                <a:solidFill>
                  <a:schemeClr val="tx1"/>
                </a:solidFill>
                <a:effectLst/>
                <a:latin typeface="Georgia" panose="02040502050405020303" pitchFamily="18" charset="0"/>
              </a:rPr>
              <a:t>acido el 14 de junio de 1736 en Angouleme , Francia; fallecido el 23 de agosto de 1806 en París, físico francés mejor conocido por la formulación de </a:t>
            </a:r>
            <a:r>
              <a:rPr lang="es-MX" sz="1800" b="0" i="0" dirty="0">
                <a:solidFill>
                  <a:srgbClr val="00B0F0"/>
                </a:solidFill>
                <a:effectLst/>
                <a:latin typeface="Georgia" panose="02040502050405020303" pitchFamily="18" charset="0"/>
              </a:rPr>
              <a:t>Ley de Coulomb</a:t>
            </a:r>
            <a:r>
              <a:rPr lang="es-MX" sz="1800" b="0" i="0" dirty="0">
                <a:solidFill>
                  <a:schemeClr val="tx1"/>
                </a:solidFill>
                <a:effectLst/>
                <a:latin typeface="Georgia" panose="02040502050405020303" pitchFamily="18" charset="0"/>
              </a:rPr>
              <a:t>, que establece que: </a:t>
            </a:r>
            <a:r>
              <a:rPr lang="es-MX" sz="1800" b="0" i="0" dirty="0">
                <a:solidFill>
                  <a:srgbClr val="FFC000"/>
                </a:solidFill>
                <a:effectLst/>
                <a:latin typeface="Georgia" panose="02040502050405020303" pitchFamily="18" charset="0"/>
              </a:rPr>
              <a:t>la fuerza entre dos cargas eléctricas es proporcional al producto de las cargas e inversamente proporcional al cuadrado de la distancia entre ellas</a:t>
            </a:r>
            <a:r>
              <a:rPr lang="es-MX" sz="1800" b="0" i="0" dirty="0">
                <a:solidFill>
                  <a:schemeClr val="tx1"/>
                </a:solidFill>
                <a:effectLst/>
                <a:latin typeface="Georgia" panose="02040502050405020303" pitchFamily="18" charset="0"/>
              </a:rPr>
              <a:t>.</a:t>
            </a:r>
            <a:endParaRPr lang="en-US" sz="1800" dirty="0">
              <a:solidFill>
                <a:schemeClr val="tx1"/>
              </a:solidFill>
            </a:endParaRPr>
          </a:p>
        </p:txBody>
      </p:sp>
      <p:pic>
        <p:nvPicPr>
          <p:cNvPr id="13" name="Marcador de contenido 12">
            <a:extLst>
              <a:ext uri="{FF2B5EF4-FFF2-40B4-BE49-F238E27FC236}">
                <a16:creationId xmlns:a16="http://schemas.microsoft.com/office/drawing/2014/main" id="{ADEB5CCB-D34C-D48F-6B1E-78FF27D8F427}"/>
              </a:ext>
            </a:extLst>
          </p:cNvPr>
          <p:cNvPicPr>
            <a:picLocks noGrp="1" noChangeAspect="1"/>
          </p:cNvPicPr>
          <p:nvPr>
            <p:ph type="pic" sz="quarter" idx="13"/>
          </p:nvPr>
        </p:nvPicPr>
        <p:blipFill rotWithShape="1">
          <a:blip r:embed="rId2"/>
          <a:srcRect r="1" b="22746"/>
          <a:stretch/>
        </p:blipFill>
        <p:spPr>
          <a:xfrm>
            <a:off x="53403" y="2544417"/>
            <a:ext cx="3425687" cy="3425687"/>
          </a:xfrm>
          <a:noFill/>
        </p:spPr>
      </p:pic>
      <p:sp>
        <p:nvSpPr>
          <p:cNvPr id="28" name="Date Placeholder 4">
            <a:extLst>
              <a:ext uri="{FF2B5EF4-FFF2-40B4-BE49-F238E27FC236}">
                <a16:creationId xmlns:a16="http://schemas.microsoft.com/office/drawing/2014/main" id="{47FCA124-7681-B050-638B-495EB3907F15}"/>
              </a:ext>
            </a:extLst>
          </p:cNvPr>
          <p:cNvSpPr>
            <a:spLocks noGrp="1"/>
          </p:cNvSpPr>
          <p:nvPr>
            <p:ph type="dt" sz="half" idx="10"/>
          </p:nvPr>
        </p:nvSpPr>
        <p:spPr>
          <a:xfrm>
            <a:off x="550863" y="6507212"/>
            <a:ext cx="2628900" cy="153888"/>
          </a:xfrm>
        </p:spPr>
        <p:txBody>
          <a:bodyPr/>
          <a:lstStyle/>
          <a:p>
            <a:pPr rtl="0">
              <a:spcAft>
                <a:spcPts val="600"/>
              </a:spcAft>
            </a:pPr>
            <a:r>
              <a:rPr lang="es-MX" dirty="0"/>
              <a:t>Fuente: Enciclopedia Británica</a:t>
            </a:r>
          </a:p>
        </p:txBody>
      </p:sp>
      <p:sp>
        <p:nvSpPr>
          <p:cNvPr id="7" name="Marcador de número de diapositiva 6" hidden="1">
            <a:extLst>
              <a:ext uri="{FF2B5EF4-FFF2-40B4-BE49-F238E27FC236}">
                <a16:creationId xmlns:a16="http://schemas.microsoft.com/office/drawing/2014/main" id="{8D8B7EFF-20EB-AEE4-B0C6-503719C98655}"/>
              </a:ext>
            </a:extLst>
          </p:cNvPr>
          <p:cNvSpPr>
            <a:spLocks noGrp="1"/>
          </p:cNvSpPr>
          <p:nvPr>
            <p:ph type="sldNum" sz="quarter" idx="4294967295"/>
          </p:nvPr>
        </p:nvSpPr>
        <p:spPr>
          <a:xfrm>
            <a:off x="9948863" y="6507212"/>
            <a:ext cx="1692274" cy="153888"/>
          </a:xfrm>
        </p:spPr>
        <p:txBody>
          <a:bodyPr wrap="square" anchor="ctr">
            <a:normAutofit/>
          </a:bodyPr>
          <a:lstStyle/>
          <a:p>
            <a:pPr rtl="0">
              <a:spcAft>
                <a:spcPts val="600"/>
              </a:spcAft>
            </a:pPr>
            <a:fld id="{DBA1B0FB-D917-4C8C-928F-313BD683BF39}" type="slidenum">
              <a:rPr lang="es-MX" smtClean="0"/>
              <a:pPr rtl="0">
                <a:spcAft>
                  <a:spcPts val="600"/>
                </a:spcAft>
              </a:pPr>
              <a:t>16</a:t>
            </a:fld>
            <a:endParaRPr lang="es-MX"/>
          </a:p>
        </p:txBody>
      </p:sp>
      <p:sp>
        <p:nvSpPr>
          <p:cNvPr id="15" name="CuadroTexto 14">
            <a:extLst>
              <a:ext uri="{FF2B5EF4-FFF2-40B4-BE49-F238E27FC236}">
                <a16:creationId xmlns:a16="http://schemas.microsoft.com/office/drawing/2014/main" id="{6C0AC3FA-79A6-2DDA-60EC-D7651E27E82A}"/>
              </a:ext>
            </a:extLst>
          </p:cNvPr>
          <p:cNvSpPr txBox="1"/>
          <p:nvPr/>
        </p:nvSpPr>
        <p:spPr>
          <a:xfrm>
            <a:off x="7495211" y="196900"/>
            <a:ext cx="4057564" cy="6463308"/>
          </a:xfrm>
          <a:prstGeom prst="rect">
            <a:avLst/>
          </a:prstGeom>
          <a:noFill/>
        </p:spPr>
        <p:txBody>
          <a:bodyPr wrap="square" rtlCol="0">
            <a:spAutoFit/>
          </a:bodyPr>
          <a:lstStyle/>
          <a:p>
            <a:r>
              <a:rPr lang="es-MX" b="0" i="0" dirty="0">
                <a:effectLst/>
                <a:latin typeface="Georgia" panose="02040502050405020303" pitchFamily="18" charset="0"/>
              </a:rPr>
              <a:t>Coulomb desarrolló su ley como consecuencia de su intento de investigar la ley de repulsiones eléctricas según lo declarado por  </a:t>
            </a:r>
            <a:r>
              <a:rPr lang="es-MX" b="0" i="0" dirty="0">
                <a:solidFill>
                  <a:srgbClr val="FFFF00"/>
                </a:solidFill>
                <a:effectLst/>
                <a:latin typeface="Georgia" panose="02040502050405020303" pitchFamily="18" charset="0"/>
              </a:rPr>
              <a:t>Joseph Priestley </a:t>
            </a:r>
            <a:r>
              <a:rPr lang="es-MX" b="0" i="0" dirty="0">
                <a:effectLst/>
                <a:latin typeface="Georgia" panose="02040502050405020303" pitchFamily="18" charset="0"/>
              </a:rPr>
              <a:t>de Inglaterra. Con este fin, inventó un </a:t>
            </a:r>
            <a:r>
              <a:rPr lang="es-MX" dirty="0">
                <a:latin typeface="Georgia" panose="02040502050405020303" pitchFamily="18" charset="0"/>
              </a:rPr>
              <a:t>aparato</a:t>
            </a:r>
            <a:r>
              <a:rPr lang="es-MX" b="0" i="0" dirty="0">
                <a:effectLst/>
                <a:latin typeface="Georgia" panose="02040502050405020303" pitchFamily="18" charset="0"/>
              </a:rPr>
              <a:t> sensible que incluía una balanza de torsión para medir las fuerzas eléctricas involucradas en la ley de Priestley y publicó sus hallazgos en 1785-1789. También estableció la ley del cuadrado inverso de atracción y repulsión de polos magnéticos iguales y diferentes, que se convirtió en la base de la teoría matemática de las fuerzas magnéticas desarrollada por </a:t>
            </a:r>
            <a:r>
              <a:rPr lang="es-MX" b="0" i="0" dirty="0">
                <a:solidFill>
                  <a:srgbClr val="FFFF00"/>
                </a:solidFill>
                <a:effectLst/>
                <a:latin typeface="Georgia" panose="02040502050405020303" pitchFamily="18" charset="0"/>
              </a:rPr>
              <a:t>Simeón Denis Poisson</a:t>
            </a:r>
            <a:r>
              <a:rPr lang="es-MX" b="0" i="0" dirty="0">
                <a:effectLst/>
                <a:latin typeface="Georgia" panose="02040502050405020303" pitchFamily="18" charset="0"/>
              </a:rPr>
              <a:t>. Además, investigó sobre la fricción de la maquinaria, sobre los molinos de viento y sobre la elasticidad del metal y las fibras de seda. El culombio (C) , una unidad de carga eléctrica recibió su nombre en su honor.</a:t>
            </a:r>
            <a:endParaRPr lang="es-MX" dirty="0"/>
          </a:p>
        </p:txBody>
      </p:sp>
    </p:spTree>
    <p:extLst>
      <p:ext uri="{BB962C8B-B14F-4D97-AF65-F5344CB8AC3E}">
        <p14:creationId xmlns:p14="http://schemas.microsoft.com/office/powerpoint/2010/main" val="3417684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8C722-2F1F-ED9E-21AF-3FE1C5D51B02}"/>
              </a:ext>
            </a:extLst>
          </p:cNvPr>
          <p:cNvSpPr>
            <a:spLocks noGrp="1"/>
          </p:cNvSpPr>
          <p:nvPr>
            <p:ph type="title"/>
          </p:nvPr>
        </p:nvSpPr>
        <p:spPr>
          <a:xfrm>
            <a:off x="550862" y="440354"/>
            <a:ext cx="11090275" cy="984885"/>
          </a:xfrm>
        </p:spPr>
        <p:txBody>
          <a:bodyPr/>
          <a:lstStyle/>
          <a:p>
            <a:pPr algn="ctr"/>
            <a:r>
              <a:rPr lang="es-MX" sz="4800" b="1" dirty="0">
                <a:latin typeface="Calibri" panose="020F0502020204030204" pitchFamily="34" charset="0"/>
                <a:cs typeface="Calibri" panose="020F0502020204030204" pitchFamily="34" charset="0"/>
              </a:rPr>
              <a:t>La ley de Coulomb</a:t>
            </a:r>
          </a:p>
        </p:txBody>
      </p:sp>
      <p:pic>
        <p:nvPicPr>
          <p:cNvPr id="9" name="Marcador de contenido 8" descr="Texto&#10;&#10;Descripción generada automáticamente con confianza baja">
            <a:extLst>
              <a:ext uri="{FF2B5EF4-FFF2-40B4-BE49-F238E27FC236}">
                <a16:creationId xmlns:a16="http://schemas.microsoft.com/office/drawing/2014/main" id="{64EC670F-75D3-5C55-4787-DCF12414979D}"/>
              </a:ext>
            </a:extLst>
          </p:cNvPr>
          <p:cNvPicPr>
            <a:picLocks noGrp="1" noChangeAspect="1"/>
          </p:cNvPicPr>
          <p:nvPr>
            <p:ph idx="1"/>
          </p:nvPr>
        </p:nvPicPr>
        <p:blipFill>
          <a:blip r:embed="rId2"/>
          <a:stretch>
            <a:fillRect/>
          </a:stretch>
        </p:blipFill>
        <p:spPr>
          <a:xfrm>
            <a:off x="5510951" y="1556744"/>
            <a:ext cx="6130186" cy="2436062"/>
          </a:xfrm>
        </p:spPr>
      </p:pic>
      <p:sp>
        <p:nvSpPr>
          <p:cNvPr id="7" name="Marcador de número de diapositiva 6">
            <a:extLst>
              <a:ext uri="{FF2B5EF4-FFF2-40B4-BE49-F238E27FC236}">
                <a16:creationId xmlns:a16="http://schemas.microsoft.com/office/drawing/2014/main" id="{DF631B8A-CE28-8F30-4BA8-CFA74A9D4AF8}"/>
              </a:ext>
            </a:extLst>
          </p:cNvPr>
          <p:cNvSpPr>
            <a:spLocks noGrp="1"/>
          </p:cNvSpPr>
          <p:nvPr>
            <p:ph type="sldNum" sz="quarter" idx="12"/>
          </p:nvPr>
        </p:nvSpPr>
        <p:spPr/>
        <p:txBody>
          <a:bodyPr/>
          <a:lstStyle/>
          <a:p>
            <a:pPr rtl="0"/>
            <a:fld id="{DBA1B0FB-D917-4C8C-928F-313BD683BF39}" type="slidenum">
              <a:rPr lang="es-MX" smtClean="0"/>
              <a:t>17</a:t>
            </a:fld>
            <a:endParaRPr lang="es-MX"/>
          </a:p>
        </p:txBody>
      </p:sp>
      <p:pic>
        <p:nvPicPr>
          <p:cNvPr id="11" name="Imagen 10" descr="Texto&#10;&#10;Descripción generada automáticamente">
            <a:extLst>
              <a:ext uri="{FF2B5EF4-FFF2-40B4-BE49-F238E27FC236}">
                <a16:creationId xmlns:a16="http://schemas.microsoft.com/office/drawing/2014/main" id="{1CC6AC50-E9CD-134D-63B0-725CAF59BE3B}"/>
              </a:ext>
            </a:extLst>
          </p:cNvPr>
          <p:cNvPicPr>
            <a:picLocks noChangeAspect="1"/>
          </p:cNvPicPr>
          <p:nvPr/>
        </p:nvPicPr>
        <p:blipFill>
          <a:blip r:embed="rId3"/>
          <a:stretch>
            <a:fillRect/>
          </a:stretch>
        </p:blipFill>
        <p:spPr>
          <a:xfrm>
            <a:off x="7493694" y="3992806"/>
            <a:ext cx="4147443" cy="1495634"/>
          </a:xfrm>
          <a:prstGeom prst="rect">
            <a:avLst/>
          </a:prstGeom>
        </p:spPr>
      </p:pic>
      <p:sp>
        <p:nvSpPr>
          <p:cNvPr id="12" name="CuadroTexto 11">
            <a:extLst>
              <a:ext uri="{FF2B5EF4-FFF2-40B4-BE49-F238E27FC236}">
                <a16:creationId xmlns:a16="http://schemas.microsoft.com/office/drawing/2014/main" id="{0839ED71-105E-F7B2-BBD3-657F3C240BC3}"/>
              </a:ext>
            </a:extLst>
          </p:cNvPr>
          <p:cNvSpPr txBox="1"/>
          <p:nvPr/>
        </p:nvSpPr>
        <p:spPr>
          <a:xfrm>
            <a:off x="318052" y="1556744"/>
            <a:ext cx="4675376" cy="4247317"/>
          </a:xfrm>
          <a:prstGeom prst="rect">
            <a:avLst/>
          </a:prstGeom>
          <a:noFill/>
        </p:spPr>
        <p:txBody>
          <a:bodyPr wrap="square" rtlCol="0">
            <a:spAutoFit/>
          </a:bodyPr>
          <a:lstStyle/>
          <a:p>
            <a:r>
              <a:rPr lang="es-MX" sz="2800" b="1" dirty="0">
                <a:solidFill>
                  <a:schemeClr val="accent2">
                    <a:lumMod val="60000"/>
                    <a:lumOff val="40000"/>
                  </a:schemeClr>
                </a:solidFill>
                <a:latin typeface="Arial" panose="020B0604020202020204" pitchFamily="34" charset="0"/>
                <a:cs typeface="Arial" panose="020B0604020202020204" pitchFamily="34" charset="0"/>
              </a:rPr>
              <a:t>“La magnitud de la fuerza eléctrica entre </a:t>
            </a:r>
            <a:r>
              <a:rPr lang="es-MX" sz="2800" b="1" dirty="0">
                <a:solidFill>
                  <a:schemeClr val="accent3"/>
                </a:solidFill>
                <a:latin typeface="Arial" panose="020B0604020202020204" pitchFamily="34" charset="0"/>
                <a:cs typeface="Arial" panose="020B0604020202020204" pitchFamily="34" charset="0"/>
              </a:rPr>
              <a:t>dos cargas puntuales en reposo </a:t>
            </a:r>
            <a:r>
              <a:rPr lang="es-MX" sz="2800" b="1" dirty="0">
                <a:solidFill>
                  <a:schemeClr val="accent2">
                    <a:lumMod val="60000"/>
                    <a:lumOff val="40000"/>
                  </a:schemeClr>
                </a:solidFill>
                <a:latin typeface="Arial" panose="020B0604020202020204" pitchFamily="34" charset="0"/>
                <a:cs typeface="Arial" panose="020B0604020202020204" pitchFamily="34" charset="0"/>
              </a:rPr>
              <a:t>es directamente proporcional al producto de las cargas, e inversamente proporcional al cuadrado de la distancia que las separa.”</a:t>
            </a:r>
          </a:p>
          <a:p>
            <a:endParaRPr lang="es-MX" dirty="0"/>
          </a:p>
        </p:txBody>
      </p:sp>
      <p:pic>
        <p:nvPicPr>
          <p:cNvPr id="14" name="Imagen 13">
            <a:extLst>
              <a:ext uri="{FF2B5EF4-FFF2-40B4-BE49-F238E27FC236}">
                <a16:creationId xmlns:a16="http://schemas.microsoft.com/office/drawing/2014/main" id="{5CF7CD32-FF17-7B58-9A82-633145CF7149}"/>
              </a:ext>
            </a:extLst>
          </p:cNvPr>
          <p:cNvPicPr>
            <a:picLocks noChangeAspect="1"/>
          </p:cNvPicPr>
          <p:nvPr/>
        </p:nvPicPr>
        <p:blipFill>
          <a:blip r:embed="rId4"/>
          <a:srcRect/>
          <a:stretch/>
        </p:blipFill>
        <p:spPr>
          <a:xfrm>
            <a:off x="5510951" y="3992806"/>
            <a:ext cx="1982743" cy="1495634"/>
          </a:xfrm>
          <a:prstGeom prst="rect">
            <a:avLst/>
          </a:prstGeom>
        </p:spPr>
      </p:pic>
      <p:sp>
        <p:nvSpPr>
          <p:cNvPr id="15" name="CuadroTexto 14">
            <a:extLst>
              <a:ext uri="{FF2B5EF4-FFF2-40B4-BE49-F238E27FC236}">
                <a16:creationId xmlns:a16="http://schemas.microsoft.com/office/drawing/2014/main" id="{F329849D-CD4A-DB69-9758-D285760A79D1}"/>
              </a:ext>
            </a:extLst>
          </p:cNvPr>
          <p:cNvSpPr txBox="1"/>
          <p:nvPr/>
        </p:nvSpPr>
        <p:spPr>
          <a:xfrm>
            <a:off x="2478157" y="6244202"/>
            <a:ext cx="7779026" cy="369332"/>
          </a:xfrm>
          <a:prstGeom prst="rect">
            <a:avLst/>
          </a:prstGeom>
          <a:noFill/>
        </p:spPr>
        <p:txBody>
          <a:bodyPr wrap="square" rtlCol="0">
            <a:spAutoFit/>
          </a:bodyPr>
          <a:lstStyle/>
          <a:p>
            <a:pPr algn="ctr"/>
            <a:r>
              <a:rPr lang="es-MX" dirty="0">
                <a:solidFill>
                  <a:srgbClr val="FFC000"/>
                </a:solidFill>
              </a:rPr>
              <a:t>Todas las unidades aquí se miden en el Sistema Internacional de Unidades (SI)</a:t>
            </a:r>
          </a:p>
        </p:txBody>
      </p:sp>
    </p:spTree>
    <p:extLst>
      <p:ext uri="{BB962C8B-B14F-4D97-AF65-F5344CB8AC3E}">
        <p14:creationId xmlns:p14="http://schemas.microsoft.com/office/powerpoint/2010/main" val="29131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10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8C722-2F1F-ED9E-21AF-3FE1C5D51B02}"/>
              </a:ext>
            </a:extLst>
          </p:cNvPr>
          <p:cNvSpPr>
            <a:spLocks noGrp="1"/>
          </p:cNvSpPr>
          <p:nvPr>
            <p:ph type="title"/>
          </p:nvPr>
        </p:nvSpPr>
        <p:spPr>
          <a:xfrm>
            <a:off x="550863" y="536023"/>
            <a:ext cx="11090275" cy="984885"/>
          </a:xfrm>
        </p:spPr>
        <p:txBody>
          <a:bodyPr/>
          <a:lstStyle/>
          <a:p>
            <a:pPr algn="ctr"/>
            <a:r>
              <a:rPr lang="es-MX" b="1" dirty="0">
                <a:latin typeface="Calibri" panose="020F0502020204030204" pitchFamily="34" charset="0"/>
                <a:cs typeface="Calibri" panose="020F0502020204030204" pitchFamily="34" charset="0"/>
              </a:rPr>
              <a:t>Forma alternativa de La ley de Coulomb</a:t>
            </a:r>
          </a:p>
        </p:txBody>
      </p:sp>
      <p:pic>
        <p:nvPicPr>
          <p:cNvPr id="8" name="Imagen 7">
            <a:extLst>
              <a:ext uri="{FF2B5EF4-FFF2-40B4-BE49-F238E27FC236}">
                <a16:creationId xmlns:a16="http://schemas.microsoft.com/office/drawing/2014/main" id="{074BA70C-FC05-F36B-FE21-EB11A548D2AD}"/>
              </a:ext>
            </a:extLst>
          </p:cNvPr>
          <p:cNvPicPr>
            <a:picLocks noChangeAspect="1"/>
          </p:cNvPicPr>
          <p:nvPr/>
        </p:nvPicPr>
        <p:blipFill>
          <a:blip r:embed="rId2"/>
          <a:stretch>
            <a:fillRect/>
          </a:stretch>
        </p:blipFill>
        <p:spPr>
          <a:xfrm>
            <a:off x="2326810" y="1834614"/>
            <a:ext cx="7622053" cy="776063"/>
          </a:xfrm>
          <a:prstGeom prst="rect">
            <a:avLst/>
          </a:prstGeom>
        </p:spPr>
      </p:pic>
      <p:pic>
        <p:nvPicPr>
          <p:cNvPr id="13" name="Imagen 12" descr="Diagrama&#10;&#10;Descripción generada automáticamente con confianza media">
            <a:extLst>
              <a:ext uri="{FF2B5EF4-FFF2-40B4-BE49-F238E27FC236}">
                <a16:creationId xmlns:a16="http://schemas.microsoft.com/office/drawing/2014/main" id="{FF451930-EFC7-EAA3-B115-DA6F0E206B6C}"/>
              </a:ext>
            </a:extLst>
          </p:cNvPr>
          <p:cNvPicPr>
            <a:picLocks noChangeAspect="1"/>
          </p:cNvPicPr>
          <p:nvPr/>
        </p:nvPicPr>
        <p:blipFill>
          <a:blip r:embed="rId3"/>
          <a:stretch>
            <a:fillRect/>
          </a:stretch>
        </p:blipFill>
        <p:spPr>
          <a:xfrm>
            <a:off x="2326810" y="2985215"/>
            <a:ext cx="7622053" cy="976491"/>
          </a:xfrm>
          <a:prstGeom prst="rect">
            <a:avLst/>
          </a:prstGeom>
        </p:spPr>
      </p:pic>
      <p:pic>
        <p:nvPicPr>
          <p:cNvPr id="17" name="Imagen 16">
            <a:extLst>
              <a:ext uri="{FF2B5EF4-FFF2-40B4-BE49-F238E27FC236}">
                <a16:creationId xmlns:a16="http://schemas.microsoft.com/office/drawing/2014/main" id="{02468979-F630-0628-4506-0082F640EA3B}"/>
              </a:ext>
            </a:extLst>
          </p:cNvPr>
          <p:cNvPicPr>
            <a:picLocks noChangeAspect="1"/>
          </p:cNvPicPr>
          <p:nvPr/>
        </p:nvPicPr>
        <p:blipFill>
          <a:blip r:embed="rId4"/>
          <a:stretch>
            <a:fillRect/>
          </a:stretch>
        </p:blipFill>
        <p:spPr>
          <a:xfrm>
            <a:off x="2326810" y="4379786"/>
            <a:ext cx="7622053" cy="734655"/>
          </a:xfrm>
          <a:prstGeom prst="rect">
            <a:avLst/>
          </a:prstGeom>
        </p:spPr>
      </p:pic>
    </p:spTree>
    <p:extLst>
      <p:ext uri="{BB962C8B-B14F-4D97-AF65-F5344CB8AC3E}">
        <p14:creationId xmlns:p14="http://schemas.microsoft.com/office/powerpoint/2010/main" val="293846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6"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80">
                                          <p:stCondLst>
                                            <p:cond delay="0"/>
                                          </p:stCondLst>
                                        </p:cTn>
                                        <p:tgtEl>
                                          <p:spTgt spid="17"/>
                                        </p:tgtEl>
                                      </p:cBhvr>
                                    </p:animEffect>
                                    <p:anim calcmode="lin" valueType="num">
                                      <p:cBhvr>
                                        <p:cTn id="19"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4" dur="26">
                                          <p:stCondLst>
                                            <p:cond delay="650"/>
                                          </p:stCondLst>
                                        </p:cTn>
                                        <p:tgtEl>
                                          <p:spTgt spid="17"/>
                                        </p:tgtEl>
                                      </p:cBhvr>
                                      <p:to x="100000" y="60000"/>
                                    </p:animScale>
                                    <p:animScale>
                                      <p:cBhvr>
                                        <p:cTn id="25" dur="166" decel="50000">
                                          <p:stCondLst>
                                            <p:cond delay="676"/>
                                          </p:stCondLst>
                                        </p:cTn>
                                        <p:tgtEl>
                                          <p:spTgt spid="17"/>
                                        </p:tgtEl>
                                      </p:cBhvr>
                                      <p:to x="100000" y="100000"/>
                                    </p:animScale>
                                    <p:animScale>
                                      <p:cBhvr>
                                        <p:cTn id="26" dur="26">
                                          <p:stCondLst>
                                            <p:cond delay="1312"/>
                                          </p:stCondLst>
                                        </p:cTn>
                                        <p:tgtEl>
                                          <p:spTgt spid="17"/>
                                        </p:tgtEl>
                                      </p:cBhvr>
                                      <p:to x="100000" y="80000"/>
                                    </p:animScale>
                                    <p:animScale>
                                      <p:cBhvr>
                                        <p:cTn id="27" dur="166" decel="50000">
                                          <p:stCondLst>
                                            <p:cond delay="1338"/>
                                          </p:stCondLst>
                                        </p:cTn>
                                        <p:tgtEl>
                                          <p:spTgt spid="17"/>
                                        </p:tgtEl>
                                      </p:cBhvr>
                                      <p:to x="100000" y="100000"/>
                                    </p:animScale>
                                    <p:animScale>
                                      <p:cBhvr>
                                        <p:cTn id="28" dur="26">
                                          <p:stCondLst>
                                            <p:cond delay="1642"/>
                                          </p:stCondLst>
                                        </p:cTn>
                                        <p:tgtEl>
                                          <p:spTgt spid="17"/>
                                        </p:tgtEl>
                                      </p:cBhvr>
                                      <p:to x="100000" y="90000"/>
                                    </p:animScale>
                                    <p:animScale>
                                      <p:cBhvr>
                                        <p:cTn id="29" dur="166" decel="50000">
                                          <p:stCondLst>
                                            <p:cond delay="1668"/>
                                          </p:stCondLst>
                                        </p:cTn>
                                        <p:tgtEl>
                                          <p:spTgt spid="17"/>
                                        </p:tgtEl>
                                      </p:cBhvr>
                                      <p:to x="100000" y="100000"/>
                                    </p:animScale>
                                    <p:animScale>
                                      <p:cBhvr>
                                        <p:cTn id="30" dur="26">
                                          <p:stCondLst>
                                            <p:cond delay="1808"/>
                                          </p:stCondLst>
                                        </p:cTn>
                                        <p:tgtEl>
                                          <p:spTgt spid="17"/>
                                        </p:tgtEl>
                                      </p:cBhvr>
                                      <p:to x="100000" y="95000"/>
                                    </p:animScale>
                                    <p:animScale>
                                      <p:cBhvr>
                                        <p:cTn id="31"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8C722-2F1F-ED9E-21AF-3FE1C5D51B02}"/>
              </a:ext>
            </a:extLst>
          </p:cNvPr>
          <p:cNvSpPr>
            <a:spLocks noGrp="1"/>
          </p:cNvSpPr>
          <p:nvPr>
            <p:ph type="title"/>
          </p:nvPr>
        </p:nvSpPr>
        <p:spPr>
          <a:xfrm>
            <a:off x="550863" y="536023"/>
            <a:ext cx="11090275" cy="984885"/>
          </a:xfrm>
        </p:spPr>
        <p:txBody>
          <a:bodyPr/>
          <a:lstStyle/>
          <a:p>
            <a:pPr algn="ctr"/>
            <a:r>
              <a:rPr lang="es-MX" b="1" dirty="0">
                <a:latin typeface="Calibri" panose="020F0502020204030204" pitchFamily="34" charset="0"/>
                <a:cs typeface="Calibri" panose="020F0502020204030204" pitchFamily="34" charset="0"/>
              </a:rPr>
              <a:t>Nota importante</a:t>
            </a:r>
          </a:p>
        </p:txBody>
      </p:sp>
      <p:pic>
        <p:nvPicPr>
          <p:cNvPr id="3" name="Picture 4" descr="Definición de Importante » Concepto en DefiniciónABC">
            <a:extLst>
              <a:ext uri="{FF2B5EF4-FFF2-40B4-BE49-F238E27FC236}">
                <a16:creationId xmlns:a16="http://schemas.microsoft.com/office/drawing/2014/main" id="{58A3ADF4-8038-91AA-DC44-4C22A0D0A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439" y="435493"/>
            <a:ext cx="1066967" cy="88913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Definición de Importante » Concepto en DefiniciónABC">
            <a:extLst>
              <a:ext uri="{FF2B5EF4-FFF2-40B4-BE49-F238E27FC236}">
                <a16:creationId xmlns:a16="http://schemas.microsoft.com/office/drawing/2014/main" id="{D6132A8F-80F1-025A-07C0-C246565F2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596" y="435493"/>
            <a:ext cx="1066967" cy="88913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a:extLst>
              <a:ext uri="{FF2B5EF4-FFF2-40B4-BE49-F238E27FC236}">
                <a16:creationId xmlns:a16="http://schemas.microsoft.com/office/drawing/2014/main" id="{AD412C20-F15C-A6A0-A069-A5B367DF9761}"/>
              </a:ext>
            </a:extLst>
          </p:cNvPr>
          <p:cNvSpPr>
            <a:spLocks noChangeArrowheads="1"/>
          </p:cNvSpPr>
          <p:nvPr/>
        </p:nvSpPr>
        <p:spPr bwMode="auto">
          <a:xfrm>
            <a:off x="1974574" y="2811395"/>
            <a:ext cx="8613913" cy="14330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31740" rIns="0" bIns="1587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a:ln>
                  <a:noFill/>
                </a:ln>
                <a:solidFill>
                  <a:srgbClr val="202122"/>
                </a:solidFill>
                <a:effectLst/>
                <a:latin typeface="Arial" panose="020B0604020202020204" pitchFamily="34" charset="0"/>
                <a:cs typeface="Arial" panose="020B0604020202020204" pitchFamily="34" charset="0"/>
              </a:rPr>
              <a:t>La ley de Coulomb es válida solo en condiciones estacionarias, es decir:</a:t>
            </a:r>
            <a:endParaRPr kumimoji="0" lang="es-MX" altLang="es-MX" b="0" i="0" u="none" strike="noStrike" cap="none" normalizeH="0" baseline="0" dirty="0">
              <a:ln>
                <a:noFill/>
              </a:ln>
              <a:solidFill>
                <a:schemeClr val="tx1"/>
              </a:solidFill>
              <a:effectLst/>
            </a:endParaRP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a:ln>
                  <a:noFill/>
                </a:ln>
                <a:solidFill>
                  <a:srgbClr val="202122"/>
                </a:solidFill>
                <a:effectLst/>
                <a:latin typeface="Arial" panose="020B0604020202020204" pitchFamily="34" charset="0"/>
                <a:cs typeface="Arial" panose="020B0604020202020204" pitchFamily="34" charset="0"/>
              </a:rPr>
              <a:t>Cuando no hay movimiento de las cargas o, como aproximación cuando el movimiento se realiza a velocidades bajas y en trayectorias rectilíneas uniformes. Es por ello que es llamada </a:t>
            </a:r>
            <a:r>
              <a:rPr kumimoji="0" lang="es-MX" altLang="es-MX" b="0" i="1" u="none" strike="noStrike" cap="none" normalizeH="0" baseline="0" dirty="0">
                <a:ln>
                  <a:noFill/>
                </a:ln>
                <a:solidFill>
                  <a:srgbClr val="202122"/>
                </a:solidFill>
                <a:effectLst/>
                <a:latin typeface="Arial" panose="020B0604020202020204" pitchFamily="34" charset="0"/>
                <a:cs typeface="Arial" panose="020B0604020202020204" pitchFamily="34" charset="0"/>
              </a:rPr>
              <a:t>fuerza electrostática</a:t>
            </a:r>
            <a:r>
              <a:rPr kumimoji="0" lang="es-MX" altLang="es-MX"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742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8C722-2F1F-ED9E-21AF-3FE1C5D51B02}"/>
              </a:ext>
            </a:extLst>
          </p:cNvPr>
          <p:cNvSpPr>
            <a:spLocks noGrp="1"/>
          </p:cNvSpPr>
          <p:nvPr>
            <p:ph type="ctrTitle"/>
          </p:nvPr>
        </p:nvSpPr>
        <p:spPr>
          <a:xfrm>
            <a:off x="7999414" y="1051551"/>
            <a:ext cx="3565524" cy="2384898"/>
          </a:xfrm>
        </p:spPr>
        <p:txBody>
          <a:bodyPr wrap="square" anchor="b">
            <a:normAutofit/>
          </a:bodyPr>
          <a:lstStyle/>
          <a:p>
            <a:r>
              <a:rPr lang="es-MX" sz="4400" b="1" dirty="0"/>
              <a:t>Pasos para resolver problemas</a:t>
            </a:r>
          </a:p>
        </p:txBody>
      </p:sp>
      <p:pic>
        <p:nvPicPr>
          <p:cNvPr id="2050" name="Picture 2" descr="Premium Vector | Problem solving concept. cartoon brains thinking about  problem and finds new idea illustration">
            <a:extLst>
              <a:ext uri="{FF2B5EF4-FFF2-40B4-BE49-F238E27FC236}">
                <a16:creationId xmlns:a16="http://schemas.microsoft.com/office/drawing/2014/main" id="{8EA92AE4-A28B-78DB-EA3A-42002EB03BF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820674"/>
            <a:ext cx="7452360" cy="5216652"/>
          </a:xfrm>
          <a:prstGeom prst="rect">
            <a:avLst/>
          </a:prstGeom>
          <a:noFill/>
          <a:extLst>
            <a:ext uri="{909E8E84-426E-40DD-AFC4-6F175D3DCCD1}">
              <a14:hiddenFill xmlns:a14="http://schemas.microsoft.com/office/drawing/2010/main">
                <a:solidFill>
                  <a:srgbClr val="FFFFFF"/>
                </a:solidFill>
              </a14:hiddenFill>
            </a:ext>
          </a:extLst>
        </p:spPr>
      </p:pic>
      <p:sp>
        <p:nvSpPr>
          <p:cNvPr id="2055" name="Text Placeholder 3">
            <a:extLst>
              <a:ext uri="{FF2B5EF4-FFF2-40B4-BE49-F238E27FC236}">
                <a16:creationId xmlns:a16="http://schemas.microsoft.com/office/drawing/2014/main" id="{94BBB4D0-0607-13D4-DC29-050A69F1C155}"/>
              </a:ext>
            </a:extLst>
          </p:cNvPr>
          <p:cNvSpPr>
            <a:spLocks noGrp="1"/>
          </p:cNvSpPr>
          <p:nvPr>
            <p:ph type="body" sz="quarter" idx="14"/>
          </p:nvPr>
        </p:nvSpPr>
        <p:spPr>
          <a:xfrm>
            <a:off x="7999413" y="3568700"/>
            <a:ext cx="3565524" cy="1731963"/>
          </a:xfrm>
        </p:spPr>
        <p:txBody>
          <a:bodyPr wrap="square">
            <a:normAutofit fontScale="62500" lnSpcReduction="20000"/>
          </a:bodyPr>
          <a:lstStyle/>
          <a:p>
            <a:pPr marL="571500" indent="-571500">
              <a:lnSpc>
                <a:spcPct val="100000"/>
              </a:lnSpc>
              <a:buFont typeface="Wingdings" panose="05000000000000000000" pitchFamily="2" charset="2"/>
              <a:buChar char="q"/>
            </a:pPr>
            <a:r>
              <a:rPr lang="en-US" sz="3000" b="1" dirty="0">
                <a:solidFill>
                  <a:srgbClr val="FFFF00">
                    <a:alpha val="60000"/>
                  </a:srgbClr>
                </a:solidFill>
              </a:rPr>
              <a:t>IDENTIFICAR</a:t>
            </a:r>
          </a:p>
          <a:p>
            <a:pPr marL="571500" indent="-571500">
              <a:lnSpc>
                <a:spcPct val="100000"/>
              </a:lnSpc>
              <a:buFont typeface="Wingdings" panose="05000000000000000000" pitchFamily="2" charset="2"/>
              <a:buChar char="q"/>
            </a:pPr>
            <a:r>
              <a:rPr lang="en-US" sz="3000" b="1" dirty="0">
                <a:solidFill>
                  <a:srgbClr val="FFFF00">
                    <a:alpha val="60000"/>
                  </a:srgbClr>
                </a:solidFill>
              </a:rPr>
              <a:t>PLANTEAR</a:t>
            </a:r>
          </a:p>
          <a:p>
            <a:pPr marL="571500" indent="-571500">
              <a:lnSpc>
                <a:spcPct val="100000"/>
              </a:lnSpc>
              <a:buFont typeface="Wingdings" panose="05000000000000000000" pitchFamily="2" charset="2"/>
              <a:buChar char="q"/>
            </a:pPr>
            <a:r>
              <a:rPr lang="en-US" sz="3000" b="1" dirty="0">
                <a:solidFill>
                  <a:srgbClr val="FFFF00">
                    <a:alpha val="60000"/>
                  </a:srgbClr>
                </a:solidFill>
              </a:rPr>
              <a:t>EJECUTAR</a:t>
            </a:r>
          </a:p>
          <a:p>
            <a:pPr marL="571500" indent="-571500">
              <a:lnSpc>
                <a:spcPct val="100000"/>
              </a:lnSpc>
              <a:buFont typeface="Wingdings" panose="05000000000000000000" pitchFamily="2" charset="2"/>
              <a:buChar char="q"/>
            </a:pPr>
            <a:r>
              <a:rPr lang="en-US" sz="3000" b="1" dirty="0">
                <a:solidFill>
                  <a:srgbClr val="FFFF00">
                    <a:alpha val="60000"/>
                  </a:srgbClr>
                </a:solidFill>
              </a:rPr>
              <a:t>EVALUAR</a:t>
            </a:r>
          </a:p>
          <a:p>
            <a:pPr>
              <a:lnSpc>
                <a:spcPct val="100000"/>
              </a:lnSpc>
            </a:pPr>
            <a:endParaRPr lang="en-US" sz="1400" dirty="0"/>
          </a:p>
        </p:txBody>
      </p:sp>
      <p:sp>
        <p:nvSpPr>
          <p:cNvPr id="2061" name="Slide Number Placeholder 6" hidden="1">
            <a:extLst>
              <a:ext uri="{FF2B5EF4-FFF2-40B4-BE49-F238E27FC236}">
                <a16:creationId xmlns:a16="http://schemas.microsoft.com/office/drawing/2014/main" id="{D021DC5A-F866-4BC7-8A08-9A13DE52DBEB}"/>
              </a:ext>
            </a:extLst>
          </p:cNvPr>
          <p:cNvSpPr>
            <a:spLocks noGrp="1"/>
          </p:cNvSpPr>
          <p:nvPr>
            <p:ph type="sldNum" sz="quarter" idx="4294967295"/>
          </p:nvPr>
        </p:nvSpPr>
        <p:spPr>
          <a:xfrm>
            <a:off x="9948863" y="6507212"/>
            <a:ext cx="1692274" cy="153888"/>
          </a:xfrm>
        </p:spPr>
        <p:txBody>
          <a:bodyPr/>
          <a:lstStyle/>
          <a:p>
            <a:pPr rtl="0">
              <a:spcAft>
                <a:spcPts val="600"/>
              </a:spcAft>
            </a:pPr>
            <a:fld id="{DBA1B0FB-D917-4C8C-928F-313BD683BF39}" type="slidenum">
              <a:rPr lang="es-MX" smtClean="0"/>
              <a:pPr rtl="0">
                <a:spcAft>
                  <a:spcPts val="600"/>
                </a:spcAft>
              </a:pPr>
              <a:t>20</a:t>
            </a:fld>
            <a:endParaRPr lang="es-MX"/>
          </a:p>
        </p:txBody>
      </p:sp>
    </p:spTree>
    <p:extLst>
      <p:ext uri="{BB962C8B-B14F-4D97-AF65-F5344CB8AC3E}">
        <p14:creationId xmlns:p14="http://schemas.microsoft.com/office/powerpoint/2010/main" val="146326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5">
                                            <p:txEl>
                                              <p:pRg st="0" end="0"/>
                                            </p:txEl>
                                          </p:spTgt>
                                        </p:tgtEl>
                                        <p:attrNameLst>
                                          <p:attrName>style.visibility</p:attrName>
                                        </p:attrNameLst>
                                      </p:cBhvr>
                                      <p:to>
                                        <p:strVal val="visible"/>
                                      </p:to>
                                    </p:set>
                                    <p:animEffect transition="in" filter="fade">
                                      <p:cBhvr>
                                        <p:cTn id="7" dur="1000"/>
                                        <p:tgtEl>
                                          <p:spTgt spid="2055">
                                            <p:txEl>
                                              <p:pRg st="0" end="0"/>
                                            </p:txEl>
                                          </p:spTgt>
                                        </p:tgtEl>
                                      </p:cBhvr>
                                    </p:animEffect>
                                    <p:anim calcmode="lin" valueType="num">
                                      <p:cBhvr>
                                        <p:cTn id="8" dur="1000" fill="hold"/>
                                        <p:tgtEl>
                                          <p:spTgt spid="20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55">
                                            <p:txEl>
                                              <p:pRg st="1" end="1"/>
                                            </p:txEl>
                                          </p:spTgt>
                                        </p:tgtEl>
                                        <p:attrNameLst>
                                          <p:attrName>style.visibility</p:attrName>
                                        </p:attrNameLst>
                                      </p:cBhvr>
                                      <p:to>
                                        <p:strVal val="visible"/>
                                      </p:to>
                                    </p:set>
                                    <p:animEffect transition="in" filter="fade">
                                      <p:cBhvr>
                                        <p:cTn id="14" dur="1000"/>
                                        <p:tgtEl>
                                          <p:spTgt spid="2055">
                                            <p:txEl>
                                              <p:pRg st="1" end="1"/>
                                            </p:txEl>
                                          </p:spTgt>
                                        </p:tgtEl>
                                      </p:cBhvr>
                                    </p:animEffect>
                                    <p:anim calcmode="lin" valueType="num">
                                      <p:cBhvr>
                                        <p:cTn id="15" dur="1000" fill="hold"/>
                                        <p:tgtEl>
                                          <p:spTgt spid="205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0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55">
                                            <p:txEl>
                                              <p:pRg st="2" end="2"/>
                                            </p:txEl>
                                          </p:spTgt>
                                        </p:tgtEl>
                                        <p:attrNameLst>
                                          <p:attrName>style.visibility</p:attrName>
                                        </p:attrNameLst>
                                      </p:cBhvr>
                                      <p:to>
                                        <p:strVal val="visible"/>
                                      </p:to>
                                    </p:set>
                                    <p:animEffect transition="in" filter="fade">
                                      <p:cBhvr>
                                        <p:cTn id="21" dur="1000"/>
                                        <p:tgtEl>
                                          <p:spTgt spid="2055">
                                            <p:txEl>
                                              <p:pRg st="2" end="2"/>
                                            </p:txEl>
                                          </p:spTgt>
                                        </p:tgtEl>
                                      </p:cBhvr>
                                    </p:animEffect>
                                    <p:anim calcmode="lin" valueType="num">
                                      <p:cBhvr>
                                        <p:cTn id="22" dur="1000" fill="hold"/>
                                        <p:tgtEl>
                                          <p:spTgt spid="205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0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055">
                                            <p:txEl>
                                              <p:pRg st="3" end="3"/>
                                            </p:txEl>
                                          </p:spTgt>
                                        </p:tgtEl>
                                        <p:attrNameLst>
                                          <p:attrName>style.visibility</p:attrName>
                                        </p:attrNameLst>
                                      </p:cBhvr>
                                      <p:to>
                                        <p:strVal val="visible"/>
                                      </p:to>
                                    </p:set>
                                    <p:animEffect transition="in" filter="fade">
                                      <p:cBhvr>
                                        <p:cTn id="28" dur="1000"/>
                                        <p:tgtEl>
                                          <p:spTgt spid="2055">
                                            <p:txEl>
                                              <p:pRg st="3" end="3"/>
                                            </p:txEl>
                                          </p:spTgt>
                                        </p:tgtEl>
                                      </p:cBhvr>
                                    </p:animEffect>
                                    <p:anim calcmode="lin" valueType="num">
                                      <p:cBhvr>
                                        <p:cTn id="29" dur="1000" fill="hold"/>
                                        <p:tgtEl>
                                          <p:spTgt spid="205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05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ctrTitle"/>
          </p:nvPr>
        </p:nvSpPr>
        <p:spPr>
          <a:xfrm>
            <a:off x="548640" y="548640"/>
            <a:ext cx="10954247" cy="1253041"/>
          </a:xfrm>
        </p:spPr>
        <p:txBody>
          <a:bodyPr wrap="square" anchor="t">
            <a:normAutofit/>
          </a:bodyPr>
          <a:lstStyle/>
          <a:p>
            <a:r>
              <a:rPr lang="es-MX" sz="4400" dirty="0"/>
              <a:t>Ejemplo 1: Fuerza entre dos cargas puntuales</a:t>
            </a:r>
          </a:p>
        </p:txBody>
      </p:sp>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pic>
        <p:nvPicPr>
          <p:cNvPr id="23" name="Imagen 22" descr="Texto&#10;&#10;Descripción generada automáticamente">
            <a:extLst>
              <a:ext uri="{FF2B5EF4-FFF2-40B4-BE49-F238E27FC236}">
                <a16:creationId xmlns:a16="http://schemas.microsoft.com/office/drawing/2014/main" id="{9592823C-2DBA-584B-30D0-98219FEF527B}"/>
              </a:ext>
            </a:extLst>
          </p:cNvPr>
          <p:cNvPicPr>
            <a:picLocks noChangeAspect="1"/>
          </p:cNvPicPr>
          <p:nvPr/>
        </p:nvPicPr>
        <p:blipFill>
          <a:blip r:embed="rId2"/>
          <a:stretch>
            <a:fillRect/>
          </a:stretch>
        </p:blipFill>
        <p:spPr>
          <a:xfrm>
            <a:off x="2766324" y="1367357"/>
            <a:ext cx="6866860" cy="1957786"/>
          </a:xfrm>
          <a:prstGeom prst="rect">
            <a:avLst/>
          </a:prstGeom>
        </p:spPr>
      </p:pic>
      <p:pic>
        <p:nvPicPr>
          <p:cNvPr id="27" name="Imagen 26" descr="Texto&#10;&#10;Descripción generada automáticamente">
            <a:extLst>
              <a:ext uri="{FF2B5EF4-FFF2-40B4-BE49-F238E27FC236}">
                <a16:creationId xmlns:a16="http://schemas.microsoft.com/office/drawing/2014/main" id="{B65128F1-3909-CC32-E0FC-C588DA51637D}"/>
              </a:ext>
            </a:extLst>
          </p:cNvPr>
          <p:cNvPicPr>
            <a:picLocks noChangeAspect="1"/>
          </p:cNvPicPr>
          <p:nvPr/>
        </p:nvPicPr>
        <p:blipFill>
          <a:blip r:embed="rId3"/>
          <a:stretch>
            <a:fillRect/>
          </a:stretch>
        </p:blipFill>
        <p:spPr>
          <a:xfrm>
            <a:off x="2766324" y="3532858"/>
            <a:ext cx="6866860" cy="1409753"/>
          </a:xfrm>
          <a:prstGeom prst="rect">
            <a:avLst/>
          </a:prstGeom>
        </p:spPr>
      </p:pic>
      <p:pic>
        <p:nvPicPr>
          <p:cNvPr id="29" name="Marcador de contenido 8" descr="Texto&#10;&#10;Descripción generada automáticamente con confianza baja">
            <a:extLst>
              <a:ext uri="{FF2B5EF4-FFF2-40B4-BE49-F238E27FC236}">
                <a16:creationId xmlns:a16="http://schemas.microsoft.com/office/drawing/2014/main" id="{34058DDE-9FFB-D1B0-C5ED-2A8BDDFC557F}"/>
              </a:ext>
            </a:extLst>
          </p:cNvPr>
          <p:cNvPicPr>
            <a:picLocks noChangeAspect="1"/>
          </p:cNvPicPr>
          <p:nvPr/>
        </p:nvPicPr>
        <p:blipFill>
          <a:blip r:embed="rId4"/>
          <a:stretch>
            <a:fillRect/>
          </a:stretch>
        </p:blipFill>
        <p:spPr>
          <a:xfrm>
            <a:off x="4206713" y="5111813"/>
            <a:ext cx="3986082" cy="1584021"/>
          </a:xfrm>
          <a:prstGeom prst="rect">
            <a:avLst/>
          </a:prstGeom>
        </p:spPr>
      </p:pic>
    </p:spTree>
    <p:extLst>
      <p:ext uri="{BB962C8B-B14F-4D97-AF65-F5344CB8AC3E}">
        <p14:creationId xmlns:p14="http://schemas.microsoft.com/office/powerpoint/2010/main" val="2344102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ctrTitle"/>
          </p:nvPr>
        </p:nvSpPr>
        <p:spPr>
          <a:xfrm>
            <a:off x="548640" y="548640"/>
            <a:ext cx="10954247" cy="1253041"/>
          </a:xfrm>
        </p:spPr>
        <p:txBody>
          <a:bodyPr wrap="square" anchor="t">
            <a:normAutofit/>
          </a:bodyPr>
          <a:lstStyle/>
          <a:p>
            <a:r>
              <a:rPr lang="es-MX" sz="4400" dirty="0"/>
              <a:t>Ejemplo 1: Fuerza entre dos cargas puntuales</a:t>
            </a:r>
          </a:p>
        </p:txBody>
      </p:sp>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pic>
        <p:nvPicPr>
          <p:cNvPr id="9" name="Imagen 8" descr="Texto&#10;&#10;Descripción generada automáticamente">
            <a:extLst>
              <a:ext uri="{FF2B5EF4-FFF2-40B4-BE49-F238E27FC236}">
                <a16:creationId xmlns:a16="http://schemas.microsoft.com/office/drawing/2014/main" id="{B515B092-13C1-2600-5857-7842378EEADE}"/>
              </a:ext>
            </a:extLst>
          </p:cNvPr>
          <p:cNvPicPr>
            <a:picLocks noChangeAspect="1"/>
          </p:cNvPicPr>
          <p:nvPr/>
        </p:nvPicPr>
        <p:blipFill>
          <a:blip r:embed="rId2"/>
          <a:stretch>
            <a:fillRect/>
          </a:stretch>
        </p:blipFill>
        <p:spPr>
          <a:xfrm>
            <a:off x="3751958" y="1842187"/>
            <a:ext cx="7472254" cy="1422509"/>
          </a:xfrm>
          <a:prstGeom prst="rect">
            <a:avLst/>
          </a:prstGeom>
        </p:spPr>
      </p:pic>
      <p:pic>
        <p:nvPicPr>
          <p:cNvPr id="3074" name="Picture 2" descr="Tercera ley de Newton Ejemplos y Fórmulas | Leyes de newton, Tercera ley de  newton, Ejemplos de leyes">
            <a:extLst>
              <a:ext uri="{FF2B5EF4-FFF2-40B4-BE49-F238E27FC236}">
                <a16:creationId xmlns:a16="http://schemas.microsoft.com/office/drawing/2014/main" id="{8AA59054-0224-9BDE-72CB-9EC998FE5C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085" y="4588290"/>
            <a:ext cx="3736127" cy="1918922"/>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7C3EF0D2-D3F8-C197-F20B-E05859871E58}"/>
              </a:ext>
            </a:extLst>
          </p:cNvPr>
          <p:cNvSpPr txBox="1"/>
          <p:nvPr/>
        </p:nvSpPr>
        <p:spPr>
          <a:xfrm>
            <a:off x="3631095" y="3375425"/>
            <a:ext cx="3180522" cy="3416320"/>
          </a:xfrm>
          <a:prstGeom prst="rect">
            <a:avLst/>
          </a:prstGeom>
          <a:noFill/>
        </p:spPr>
        <p:txBody>
          <a:bodyPr wrap="square" rtlCol="0">
            <a:spAutoFit/>
          </a:bodyPr>
          <a:lstStyle/>
          <a:p>
            <a:r>
              <a:rPr lang="es-MX" b="1" i="0" dirty="0">
                <a:solidFill>
                  <a:schemeClr val="accent2"/>
                </a:solidFill>
                <a:effectLst/>
                <a:latin typeface="Google Sans"/>
              </a:rPr>
              <a:t>Tercera Ley de Newton o principio de acción y reacción.</a:t>
            </a:r>
          </a:p>
          <a:p>
            <a:endParaRPr lang="es-MX" b="0" i="0" dirty="0">
              <a:effectLst/>
              <a:latin typeface="Google Sans"/>
            </a:endParaRPr>
          </a:p>
          <a:p>
            <a:r>
              <a:rPr lang="es-MX" b="0" i="0" dirty="0">
                <a:effectLst/>
                <a:latin typeface="Google Sans"/>
              </a:rPr>
              <a:t>Esta ley plantea que toda acción genera una reacción de igual intensidad, pero en sentido opuesto . Es decir, siempre que un objeto ejerza una fuerza sobre otro, este último devolverá una fuerza de igual magnitud, pero en sentido opuesto al primero.</a:t>
            </a:r>
            <a:endParaRPr lang="es-MX" dirty="0"/>
          </a:p>
        </p:txBody>
      </p:sp>
    </p:spTree>
    <p:extLst>
      <p:ext uri="{BB962C8B-B14F-4D97-AF65-F5344CB8AC3E}">
        <p14:creationId xmlns:p14="http://schemas.microsoft.com/office/powerpoint/2010/main" val="275041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1000"/>
                                        <p:tgtEl>
                                          <p:spTgt spid="3074"/>
                                        </p:tgtEl>
                                      </p:cBhvr>
                                    </p:animEffect>
                                    <p:anim calcmode="lin" valueType="num">
                                      <p:cBhvr>
                                        <p:cTn id="13" dur="1000" fill="hold"/>
                                        <p:tgtEl>
                                          <p:spTgt spid="3074"/>
                                        </p:tgtEl>
                                        <p:attrNameLst>
                                          <p:attrName>ppt_x</p:attrName>
                                        </p:attrNameLst>
                                      </p:cBhvr>
                                      <p:tavLst>
                                        <p:tav tm="0">
                                          <p:val>
                                            <p:strVal val="#ppt_x"/>
                                          </p:val>
                                        </p:tav>
                                        <p:tav tm="100000">
                                          <p:val>
                                            <p:strVal val="#ppt_x"/>
                                          </p:val>
                                        </p:tav>
                                      </p:tavLst>
                                    </p:anim>
                                    <p:anim calcmode="lin" valueType="num">
                                      <p:cBhvr>
                                        <p:cTn id="14"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title"/>
          </p:nvPr>
        </p:nvSpPr>
        <p:spPr>
          <a:xfrm>
            <a:off x="550862" y="549275"/>
            <a:ext cx="11091600" cy="1332000"/>
          </a:xfrm>
        </p:spPr>
        <p:txBody>
          <a:bodyPr wrap="square" anchor="t">
            <a:normAutofit/>
          </a:bodyPr>
          <a:lstStyle/>
          <a:p>
            <a:pPr algn="ctr"/>
            <a:r>
              <a:rPr lang="es-MX" sz="4000" dirty="0"/>
              <a:t>Ejemplo 1: Fuerza entre dos cargas puntuales</a:t>
            </a:r>
          </a:p>
        </p:txBody>
      </p:sp>
      <p:pic>
        <p:nvPicPr>
          <p:cNvPr id="8" name="Imagen 7" descr="Texto&#10;&#10;Descripción generada automáticamente con confianza media">
            <a:extLst>
              <a:ext uri="{FF2B5EF4-FFF2-40B4-BE49-F238E27FC236}">
                <a16:creationId xmlns:a16="http://schemas.microsoft.com/office/drawing/2014/main" id="{347B0638-B083-31C0-E5F9-8D085F60265C}"/>
              </a:ext>
            </a:extLst>
          </p:cNvPr>
          <p:cNvPicPr>
            <a:picLocks noChangeAspect="1"/>
          </p:cNvPicPr>
          <p:nvPr/>
        </p:nvPicPr>
        <p:blipFill>
          <a:blip r:embed="rId2"/>
          <a:stretch>
            <a:fillRect/>
          </a:stretch>
        </p:blipFill>
        <p:spPr>
          <a:xfrm>
            <a:off x="2250951" y="1439187"/>
            <a:ext cx="7690097" cy="3979625"/>
          </a:xfrm>
          <a:prstGeom prst="rect">
            <a:avLst/>
          </a:prstGeom>
          <a:noFill/>
        </p:spPr>
      </p:pic>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sp>
        <p:nvSpPr>
          <p:cNvPr id="13" name="Footer Placeholder 4">
            <a:extLst>
              <a:ext uri="{FF2B5EF4-FFF2-40B4-BE49-F238E27FC236}">
                <a16:creationId xmlns:a16="http://schemas.microsoft.com/office/drawing/2014/main" id="{9E71DF4C-C381-72E7-0F8A-88DC080DE47B}"/>
              </a:ext>
            </a:extLst>
          </p:cNvPr>
          <p:cNvSpPr>
            <a:spLocks noGrp="1"/>
          </p:cNvSpPr>
          <p:nvPr>
            <p:ph type="ftr" sz="quarter" idx="11"/>
          </p:nvPr>
        </p:nvSpPr>
        <p:spPr>
          <a:xfrm>
            <a:off x="3359150" y="6507212"/>
            <a:ext cx="6379210" cy="153888"/>
          </a:xfrm>
        </p:spPr>
        <p:txBody>
          <a:bodyPr/>
          <a:lstStyle/>
          <a:p>
            <a:pPr rtl="0">
              <a:spcAft>
                <a:spcPts val="600"/>
              </a:spcAft>
            </a:pPr>
            <a:r>
              <a:rPr lang="es-MX"/>
              <a:t>Ejemplo de Texto al pie de página</a:t>
            </a:r>
          </a:p>
        </p:txBody>
      </p:sp>
      <p:sp>
        <p:nvSpPr>
          <p:cNvPr id="15" name="Slide Number Placeholder 5">
            <a:extLst>
              <a:ext uri="{FF2B5EF4-FFF2-40B4-BE49-F238E27FC236}">
                <a16:creationId xmlns:a16="http://schemas.microsoft.com/office/drawing/2014/main" id="{4B45ADC1-38AE-1D91-0359-4D79753B5D30}"/>
              </a:ext>
            </a:extLst>
          </p:cNvPr>
          <p:cNvSpPr>
            <a:spLocks noGrp="1"/>
          </p:cNvSpPr>
          <p:nvPr>
            <p:ph type="sldNum" sz="quarter" idx="12"/>
          </p:nvPr>
        </p:nvSpPr>
        <p:spPr>
          <a:xfrm>
            <a:off x="9948863" y="6507212"/>
            <a:ext cx="1692274" cy="153888"/>
          </a:xfrm>
        </p:spPr>
        <p:txBody>
          <a:bodyPr/>
          <a:lstStyle/>
          <a:p>
            <a:pPr rtl="0">
              <a:spcAft>
                <a:spcPts val="600"/>
              </a:spcAft>
            </a:pPr>
            <a:fld id="{DBA1B0FB-D917-4C8C-928F-313BD683BF39}" type="slidenum">
              <a:rPr lang="es-MX" smtClean="0"/>
              <a:pPr rtl="0">
                <a:spcAft>
                  <a:spcPts val="600"/>
                </a:spcAft>
              </a:pPr>
              <a:t>23</a:t>
            </a:fld>
            <a:endParaRPr lang="es-MX"/>
          </a:p>
        </p:txBody>
      </p:sp>
    </p:spTree>
    <p:extLst>
      <p:ext uri="{BB962C8B-B14F-4D97-AF65-F5344CB8AC3E}">
        <p14:creationId xmlns:p14="http://schemas.microsoft.com/office/powerpoint/2010/main" val="2694305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title"/>
          </p:nvPr>
        </p:nvSpPr>
        <p:spPr>
          <a:xfrm>
            <a:off x="550862" y="549275"/>
            <a:ext cx="11091600" cy="1332000"/>
          </a:xfrm>
        </p:spPr>
        <p:txBody>
          <a:bodyPr wrap="square" anchor="t">
            <a:normAutofit/>
          </a:bodyPr>
          <a:lstStyle/>
          <a:p>
            <a:pPr algn="ctr"/>
            <a:r>
              <a:rPr lang="es-MX" sz="4400" dirty="0"/>
              <a:t>Ejemplo 1: Fuerza entre dos cargas puntuales</a:t>
            </a:r>
          </a:p>
        </p:txBody>
      </p:sp>
      <p:pic>
        <p:nvPicPr>
          <p:cNvPr id="8" name="Imagen 7" descr="Interfaz de usuario gráfica, Texto, Aplicación&#10;&#10;Descripción generada automáticamente">
            <a:extLst>
              <a:ext uri="{FF2B5EF4-FFF2-40B4-BE49-F238E27FC236}">
                <a16:creationId xmlns:a16="http://schemas.microsoft.com/office/drawing/2014/main" id="{347B0638-B083-31C0-E5F9-8D085F60265C}"/>
              </a:ext>
            </a:extLst>
          </p:cNvPr>
          <p:cNvPicPr>
            <a:picLocks noChangeAspect="1"/>
          </p:cNvPicPr>
          <p:nvPr/>
        </p:nvPicPr>
        <p:blipFill>
          <a:blip r:embed="rId2"/>
          <a:stretch/>
        </p:blipFill>
        <p:spPr>
          <a:xfrm>
            <a:off x="2570920" y="1215275"/>
            <a:ext cx="6693109" cy="5354486"/>
          </a:xfrm>
          <a:prstGeom prst="rect">
            <a:avLst/>
          </a:prstGeom>
          <a:noFill/>
        </p:spPr>
      </p:pic>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spTree>
    <p:extLst>
      <p:ext uri="{BB962C8B-B14F-4D97-AF65-F5344CB8AC3E}">
        <p14:creationId xmlns:p14="http://schemas.microsoft.com/office/powerpoint/2010/main" val="4257725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title"/>
          </p:nvPr>
        </p:nvSpPr>
        <p:spPr>
          <a:xfrm>
            <a:off x="550862" y="549275"/>
            <a:ext cx="11091600" cy="1332000"/>
          </a:xfrm>
        </p:spPr>
        <p:txBody>
          <a:bodyPr wrap="square" anchor="t">
            <a:normAutofit/>
          </a:bodyPr>
          <a:lstStyle/>
          <a:p>
            <a:pPr algn="ctr"/>
            <a:r>
              <a:rPr lang="es-MX" sz="4400" dirty="0"/>
              <a:t>Ejemplo 1: Fuerza entre dos cargas puntuales</a:t>
            </a:r>
          </a:p>
        </p:txBody>
      </p:sp>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pic>
        <p:nvPicPr>
          <p:cNvPr id="4" name="Imagen 3" descr="Imagen de la pantalla de un celular de un mensaje en letras blancas&#10;&#10;Descripción generada automáticamente con confianza baja">
            <a:extLst>
              <a:ext uri="{FF2B5EF4-FFF2-40B4-BE49-F238E27FC236}">
                <a16:creationId xmlns:a16="http://schemas.microsoft.com/office/drawing/2014/main" id="{65D32DC7-454C-C4B8-CE86-696B46BE8EB8}"/>
              </a:ext>
            </a:extLst>
          </p:cNvPr>
          <p:cNvPicPr>
            <a:picLocks noChangeAspect="1"/>
          </p:cNvPicPr>
          <p:nvPr/>
        </p:nvPicPr>
        <p:blipFill>
          <a:blip r:embed="rId2"/>
          <a:stretch>
            <a:fillRect/>
          </a:stretch>
        </p:blipFill>
        <p:spPr>
          <a:xfrm>
            <a:off x="2310831" y="2935199"/>
            <a:ext cx="7570337" cy="1185911"/>
          </a:xfrm>
          <a:prstGeom prst="rect">
            <a:avLst/>
          </a:prstGeom>
        </p:spPr>
      </p:pic>
    </p:spTree>
    <p:extLst>
      <p:ext uri="{BB962C8B-B14F-4D97-AF65-F5344CB8AC3E}">
        <p14:creationId xmlns:p14="http://schemas.microsoft.com/office/powerpoint/2010/main" val="2511855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title"/>
          </p:nvPr>
        </p:nvSpPr>
        <p:spPr>
          <a:xfrm>
            <a:off x="550862" y="549275"/>
            <a:ext cx="11091600" cy="1332000"/>
          </a:xfrm>
        </p:spPr>
        <p:txBody>
          <a:bodyPr wrap="square" anchor="t">
            <a:normAutofit/>
          </a:bodyPr>
          <a:lstStyle/>
          <a:p>
            <a:pPr algn="ctr"/>
            <a:r>
              <a:rPr lang="es-MX" sz="2800" dirty="0"/>
              <a:t>Ejemplo 2: Suma vectorial de las fuerzas eléctricas sobre una línea</a:t>
            </a:r>
          </a:p>
        </p:txBody>
      </p:sp>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pic>
        <p:nvPicPr>
          <p:cNvPr id="6" name="Imagen 5">
            <a:extLst>
              <a:ext uri="{FF2B5EF4-FFF2-40B4-BE49-F238E27FC236}">
                <a16:creationId xmlns:a16="http://schemas.microsoft.com/office/drawing/2014/main" id="{B4BCC541-6575-7345-8FBC-9D11CE309ECD}"/>
              </a:ext>
            </a:extLst>
          </p:cNvPr>
          <p:cNvPicPr>
            <a:picLocks noChangeAspect="1"/>
          </p:cNvPicPr>
          <p:nvPr/>
        </p:nvPicPr>
        <p:blipFill>
          <a:blip r:embed="rId2"/>
          <a:stretch>
            <a:fillRect/>
          </a:stretch>
        </p:blipFill>
        <p:spPr>
          <a:xfrm>
            <a:off x="1127151" y="2910945"/>
            <a:ext cx="9499984" cy="2120347"/>
          </a:xfrm>
          <a:prstGeom prst="rect">
            <a:avLst/>
          </a:prstGeom>
        </p:spPr>
      </p:pic>
      <p:sp>
        <p:nvSpPr>
          <p:cNvPr id="7" name="CuadroTexto 6">
            <a:extLst>
              <a:ext uri="{FF2B5EF4-FFF2-40B4-BE49-F238E27FC236}">
                <a16:creationId xmlns:a16="http://schemas.microsoft.com/office/drawing/2014/main" id="{3148CC09-8594-E7C9-71B4-473FD29FE55B}"/>
              </a:ext>
            </a:extLst>
          </p:cNvPr>
          <p:cNvSpPr txBox="1"/>
          <p:nvPr/>
        </p:nvSpPr>
        <p:spPr>
          <a:xfrm>
            <a:off x="2727702" y="1711320"/>
            <a:ext cx="5300420" cy="646331"/>
          </a:xfrm>
          <a:prstGeom prst="rect">
            <a:avLst/>
          </a:prstGeom>
          <a:noFill/>
        </p:spPr>
        <p:txBody>
          <a:bodyPr wrap="square" rtlCol="0">
            <a:spAutoFit/>
          </a:bodyPr>
          <a:lstStyle/>
          <a:p>
            <a:pPr algn="ctr"/>
            <a:r>
              <a:rPr lang="es-MX" sz="3600" dirty="0"/>
              <a:t>Superposición de fuerzas</a:t>
            </a:r>
          </a:p>
        </p:txBody>
      </p:sp>
    </p:spTree>
    <p:extLst>
      <p:ext uri="{BB962C8B-B14F-4D97-AF65-F5344CB8AC3E}">
        <p14:creationId xmlns:p14="http://schemas.microsoft.com/office/powerpoint/2010/main" val="3801326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89CF6D-E2B2-895F-4961-BBDE0DF852C6}"/>
              </a:ext>
            </a:extLst>
          </p:cNvPr>
          <p:cNvSpPr>
            <a:spLocks noGrp="1"/>
          </p:cNvSpPr>
          <p:nvPr>
            <p:ph type="title"/>
          </p:nvPr>
        </p:nvSpPr>
        <p:spPr>
          <a:xfrm>
            <a:off x="550862" y="549275"/>
            <a:ext cx="11091600" cy="1332000"/>
          </a:xfrm>
        </p:spPr>
        <p:txBody>
          <a:bodyPr wrap="square" anchor="t">
            <a:normAutofit/>
          </a:bodyPr>
          <a:lstStyle/>
          <a:p>
            <a:pPr algn="ctr"/>
            <a:r>
              <a:rPr lang="es-MX" sz="2800" dirty="0"/>
              <a:t>Ejemplo 3: Suma vectorial de las fuerzas eléctricas en un plano</a:t>
            </a:r>
          </a:p>
        </p:txBody>
      </p:sp>
      <p:sp>
        <p:nvSpPr>
          <p:cNvPr id="5" name="Marcador de fecha 4">
            <a:extLst>
              <a:ext uri="{FF2B5EF4-FFF2-40B4-BE49-F238E27FC236}">
                <a16:creationId xmlns:a16="http://schemas.microsoft.com/office/drawing/2014/main" id="{688145D0-B604-D132-34DD-0696BD62D58A}"/>
              </a:ext>
            </a:extLst>
          </p:cNvPr>
          <p:cNvSpPr>
            <a:spLocks noGrp="1"/>
          </p:cNvSpPr>
          <p:nvPr>
            <p:ph type="dt" sz="half" idx="10"/>
          </p:nvPr>
        </p:nvSpPr>
        <p:spPr>
          <a:xfrm>
            <a:off x="550863" y="6507212"/>
            <a:ext cx="2628900" cy="153888"/>
          </a:xfrm>
        </p:spPr>
        <p:txBody>
          <a:bodyPr wrap="square" anchor="ctr">
            <a:normAutofit/>
          </a:bodyPr>
          <a:lstStyle/>
          <a:p>
            <a:pPr rtl="0">
              <a:spcAft>
                <a:spcPts val="600"/>
              </a:spcAft>
            </a:pPr>
            <a:r>
              <a:rPr lang="es-MX" dirty="0"/>
              <a:t>Ver libro página 720</a:t>
            </a:r>
            <a:endParaRPr lang="es-MX"/>
          </a:p>
        </p:txBody>
      </p:sp>
      <p:pic>
        <p:nvPicPr>
          <p:cNvPr id="4" name="Imagen 3">
            <a:extLst>
              <a:ext uri="{FF2B5EF4-FFF2-40B4-BE49-F238E27FC236}">
                <a16:creationId xmlns:a16="http://schemas.microsoft.com/office/drawing/2014/main" id="{5404B0BA-2230-8BD3-15A0-C5D4A4A57A58}"/>
              </a:ext>
            </a:extLst>
          </p:cNvPr>
          <p:cNvPicPr>
            <a:picLocks noChangeAspect="1"/>
          </p:cNvPicPr>
          <p:nvPr/>
        </p:nvPicPr>
        <p:blipFill>
          <a:blip r:embed="rId2"/>
          <a:stretch>
            <a:fillRect/>
          </a:stretch>
        </p:blipFill>
        <p:spPr>
          <a:xfrm>
            <a:off x="1291846" y="2198473"/>
            <a:ext cx="9608308" cy="2637576"/>
          </a:xfrm>
          <a:prstGeom prst="rect">
            <a:avLst/>
          </a:prstGeom>
        </p:spPr>
      </p:pic>
    </p:spTree>
    <p:extLst>
      <p:ext uri="{BB962C8B-B14F-4D97-AF65-F5344CB8AC3E}">
        <p14:creationId xmlns:p14="http://schemas.microsoft.com/office/powerpoint/2010/main" val="982613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0A4DB2C-9FAA-11D7-92E9-400B4211F365}"/>
              </a:ext>
            </a:extLst>
          </p:cNvPr>
          <p:cNvSpPr>
            <a:spLocks noGrp="1"/>
          </p:cNvSpPr>
          <p:nvPr>
            <p:ph type="title"/>
          </p:nvPr>
        </p:nvSpPr>
        <p:spPr>
          <a:xfrm>
            <a:off x="550864" y="549275"/>
            <a:ext cx="3566160" cy="3384550"/>
          </a:xfrm>
        </p:spPr>
        <p:txBody>
          <a:bodyPr wrap="square" anchor="b">
            <a:normAutofit/>
          </a:bodyPr>
          <a:lstStyle/>
          <a:p>
            <a:r>
              <a:rPr lang="es-MX" dirty="0"/>
              <a:t>Campos Eléctricos, y los aportes de Alessandro Volta</a:t>
            </a:r>
          </a:p>
        </p:txBody>
      </p:sp>
      <p:pic>
        <p:nvPicPr>
          <p:cNvPr id="12" name="Marcador de contenido 11" descr="Un dibujo de una persona&#10;&#10;Descripción generada automáticamente con confianza baja">
            <a:extLst>
              <a:ext uri="{FF2B5EF4-FFF2-40B4-BE49-F238E27FC236}">
                <a16:creationId xmlns:a16="http://schemas.microsoft.com/office/drawing/2014/main" id="{AF1D7AD3-1A15-19BF-CE8E-EC204627877D}"/>
              </a:ext>
            </a:extLst>
          </p:cNvPr>
          <p:cNvPicPr>
            <a:picLocks noGrp="1" noChangeAspect="1"/>
          </p:cNvPicPr>
          <p:nvPr>
            <p:ph sz="quarter" idx="15"/>
          </p:nvPr>
        </p:nvPicPr>
        <p:blipFill rotWithShape="1">
          <a:blip r:embed="rId2"/>
          <a:srcRect l="10086" r="14088" b="2"/>
          <a:stretch/>
        </p:blipFill>
        <p:spPr>
          <a:xfrm>
            <a:off x="550863" y="4097338"/>
            <a:ext cx="3565524" cy="2351087"/>
          </a:xfrm>
          <a:noFill/>
        </p:spPr>
      </p:pic>
      <p:pic>
        <p:nvPicPr>
          <p:cNvPr id="10" name="Marcador de posición de imagen 5">
            <a:extLst>
              <a:ext uri="{FF2B5EF4-FFF2-40B4-BE49-F238E27FC236}">
                <a16:creationId xmlns:a16="http://schemas.microsoft.com/office/drawing/2014/main" id="{55FDE32A-3FF4-6E0B-82A8-A732E9FFA69D}"/>
              </a:ext>
            </a:extLst>
          </p:cNvPr>
          <p:cNvPicPr>
            <a:picLocks noGrp="1" noChangeAspect="1"/>
          </p:cNvPicPr>
          <p:nvPr>
            <p:ph type="pic" sz="quarter" idx="13"/>
          </p:nvPr>
        </p:nvPicPr>
        <p:blipFill rotWithShape="1">
          <a:blip r:embed="rId3"/>
          <a:srcRect b="21654"/>
          <a:stretch/>
        </p:blipFill>
        <p:spPr>
          <a:xfrm>
            <a:off x="5535809" y="656633"/>
            <a:ext cx="5132388" cy="5132388"/>
          </a:xfrm>
          <a:noFill/>
        </p:spPr>
      </p:pic>
      <p:sp>
        <p:nvSpPr>
          <p:cNvPr id="22" name="Date Placeholder 4">
            <a:extLst>
              <a:ext uri="{FF2B5EF4-FFF2-40B4-BE49-F238E27FC236}">
                <a16:creationId xmlns:a16="http://schemas.microsoft.com/office/drawing/2014/main" id="{6185D68B-38BA-5A42-CC44-BE4F569A8C3E}"/>
              </a:ext>
            </a:extLst>
          </p:cNvPr>
          <p:cNvSpPr>
            <a:spLocks noGrp="1"/>
          </p:cNvSpPr>
          <p:nvPr>
            <p:ph type="dt" sz="half" idx="10"/>
          </p:nvPr>
        </p:nvSpPr>
        <p:spPr>
          <a:xfrm>
            <a:off x="550863" y="6507212"/>
            <a:ext cx="2628900" cy="153888"/>
          </a:xfrm>
        </p:spPr>
        <p:txBody>
          <a:bodyPr/>
          <a:lstStyle/>
          <a:p>
            <a:pPr rtl="0">
              <a:spcAft>
                <a:spcPts val="600"/>
              </a:spcAft>
            </a:pPr>
            <a:r>
              <a:rPr lang="es-MX"/>
              <a:t>Martes, 2 de febrero de 20XX</a:t>
            </a:r>
          </a:p>
        </p:txBody>
      </p:sp>
      <p:sp>
        <p:nvSpPr>
          <p:cNvPr id="24" name="Footer Placeholder 5">
            <a:extLst>
              <a:ext uri="{FF2B5EF4-FFF2-40B4-BE49-F238E27FC236}">
                <a16:creationId xmlns:a16="http://schemas.microsoft.com/office/drawing/2014/main" id="{14EB92BD-885E-775C-60BC-BA0EE2B1D661}"/>
              </a:ext>
            </a:extLst>
          </p:cNvPr>
          <p:cNvSpPr>
            <a:spLocks noGrp="1"/>
          </p:cNvSpPr>
          <p:nvPr>
            <p:ph type="ftr" sz="quarter" idx="11"/>
          </p:nvPr>
        </p:nvSpPr>
        <p:spPr>
          <a:xfrm>
            <a:off x="3359150" y="6507212"/>
            <a:ext cx="6379210" cy="153888"/>
          </a:xfrm>
        </p:spPr>
        <p:txBody>
          <a:bodyPr/>
          <a:lstStyle/>
          <a:p>
            <a:pPr rtl="0">
              <a:spcAft>
                <a:spcPts val="600"/>
              </a:spcAft>
            </a:pPr>
            <a:r>
              <a:rPr lang="es-MX"/>
              <a:t>Ejemplo de Texto al pie de página</a:t>
            </a:r>
          </a:p>
        </p:txBody>
      </p:sp>
      <p:sp>
        <p:nvSpPr>
          <p:cNvPr id="17" name="Slide Number Placeholder 6">
            <a:extLst>
              <a:ext uri="{FF2B5EF4-FFF2-40B4-BE49-F238E27FC236}">
                <a16:creationId xmlns:a16="http://schemas.microsoft.com/office/drawing/2014/main" id="{D84D04AD-DAD1-2A3D-1ABC-CF4060EA499B}"/>
              </a:ext>
            </a:extLst>
          </p:cNvPr>
          <p:cNvSpPr>
            <a:spLocks noGrp="1"/>
          </p:cNvSpPr>
          <p:nvPr>
            <p:ph type="sldNum" sz="quarter" idx="12"/>
          </p:nvPr>
        </p:nvSpPr>
        <p:spPr>
          <a:xfrm>
            <a:off x="9948863" y="6507212"/>
            <a:ext cx="1692274" cy="153888"/>
          </a:xfrm>
        </p:spPr>
        <p:txBody>
          <a:bodyPr wrap="square" anchor="ctr">
            <a:normAutofit/>
          </a:bodyPr>
          <a:lstStyle/>
          <a:p>
            <a:pPr rtl="0">
              <a:spcAft>
                <a:spcPts val="600"/>
              </a:spcAft>
            </a:pPr>
            <a:fld id="{DBA1B0FB-D917-4C8C-928F-313BD683BF39}" type="slidenum">
              <a:rPr lang="es-MX" smtClean="0"/>
              <a:pPr rtl="0">
                <a:spcAft>
                  <a:spcPts val="600"/>
                </a:spcAft>
              </a:pPr>
              <a:t>28</a:t>
            </a:fld>
            <a:endParaRPr lang="es-MX"/>
          </a:p>
        </p:txBody>
      </p:sp>
    </p:spTree>
    <p:extLst>
      <p:ext uri="{BB962C8B-B14F-4D97-AF65-F5344CB8AC3E}">
        <p14:creationId xmlns:p14="http://schemas.microsoft.com/office/powerpoint/2010/main" val="1648169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8A731C-BB09-9AAB-6EE5-5DF329198E73}"/>
              </a:ext>
            </a:extLst>
          </p:cNvPr>
          <p:cNvSpPr>
            <a:spLocks noGrp="1"/>
          </p:cNvSpPr>
          <p:nvPr>
            <p:ph type="title"/>
          </p:nvPr>
        </p:nvSpPr>
        <p:spPr>
          <a:xfrm>
            <a:off x="4193950" y="1598908"/>
            <a:ext cx="2961594" cy="984885"/>
          </a:xfrm>
        </p:spPr>
        <p:txBody>
          <a:bodyPr/>
          <a:lstStyle/>
          <a:p>
            <a:r>
              <a:rPr lang="es-MX" dirty="0"/>
              <a:t>Alessandro Volta</a:t>
            </a:r>
            <a:br>
              <a:rPr lang="es-MX" dirty="0"/>
            </a:br>
            <a:r>
              <a:rPr lang="es-MX" dirty="0"/>
              <a:t>1745 – 1827</a:t>
            </a:r>
            <a:br>
              <a:rPr lang="es-MX" dirty="0"/>
            </a:br>
            <a:endParaRPr lang="es-MX" dirty="0"/>
          </a:p>
        </p:txBody>
      </p:sp>
      <p:pic>
        <p:nvPicPr>
          <p:cNvPr id="9" name="Marcador de contenido 8" descr="Imagen que contiene Interfaz de usuario gráfica&#10;&#10;Descripción generada automáticamente">
            <a:extLst>
              <a:ext uri="{FF2B5EF4-FFF2-40B4-BE49-F238E27FC236}">
                <a16:creationId xmlns:a16="http://schemas.microsoft.com/office/drawing/2014/main" id="{4E606123-7718-78E7-7EBF-D070FC420CF4}"/>
              </a:ext>
            </a:extLst>
          </p:cNvPr>
          <p:cNvPicPr>
            <a:picLocks noGrp="1" noChangeAspect="1"/>
          </p:cNvPicPr>
          <p:nvPr>
            <p:ph idx="1"/>
          </p:nvPr>
        </p:nvPicPr>
        <p:blipFill>
          <a:blip r:embed="rId2"/>
          <a:stretch>
            <a:fillRect/>
          </a:stretch>
        </p:blipFill>
        <p:spPr>
          <a:xfrm>
            <a:off x="550863" y="1598908"/>
            <a:ext cx="3413958" cy="4357514"/>
          </a:xfrm>
        </p:spPr>
      </p:pic>
      <p:sp>
        <p:nvSpPr>
          <p:cNvPr id="12" name="CuadroTexto 11">
            <a:extLst>
              <a:ext uri="{FF2B5EF4-FFF2-40B4-BE49-F238E27FC236}">
                <a16:creationId xmlns:a16="http://schemas.microsoft.com/office/drawing/2014/main" id="{3FB99A8E-B8D8-815A-0812-58133FA2497C}"/>
              </a:ext>
            </a:extLst>
          </p:cNvPr>
          <p:cNvSpPr txBox="1"/>
          <p:nvPr/>
        </p:nvSpPr>
        <p:spPr>
          <a:xfrm>
            <a:off x="5109028" y="3140165"/>
            <a:ext cx="4833257" cy="1569660"/>
          </a:xfrm>
          <a:prstGeom prst="rect">
            <a:avLst/>
          </a:prstGeom>
          <a:noFill/>
        </p:spPr>
        <p:txBody>
          <a:bodyPr wrap="square" rtlCol="0">
            <a:spAutoFit/>
          </a:bodyPr>
          <a:lstStyle/>
          <a:p>
            <a:r>
              <a:rPr lang="es-MX" sz="2400" b="1" i="1" dirty="0">
                <a:effectLst/>
                <a:latin typeface="Sitka Heading Semibold" panose="020F0502020204030204" pitchFamily="2" charset="0"/>
              </a:rPr>
              <a:t>-Debe estar dispuesto a renunciar incluso a las ideas más atractivas cuando el experimento demuestre que están equivocadas</a:t>
            </a:r>
            <a:r>
              <a:rPr lang="es-MX" sz="2400" b="0" i="1" dirty="0">
                <a:effectLst/>
                <a:latin typeface="Sitka Heading Semibold" panose="020F0502020204030204" pitchFamily="2" charset="0"/>
              </a:rPr>
              <a:t>–</a:t>
            </a:r>
            <a:endParaRPr lang="es-MX" sz="2400" i="1" dirty="0">
              <a:latin typeface="Sitka Heading Semibold" panose="020F0502020204030204" pitchFamily="2" charset="0"/>
            </a:endParaRPr>
          </a:p>
        </p:txBody>
      </p:sp>
    </p:spTree>
    <p:extLst>
      <p:ext uri="{BB962C8B-B14F-4D97-AF65-F5344CB8AC3E}">
        <p14:creationId xmlns:p14="http://schemas.microsoft.com/office/powerpoint/2010/main" val="2786014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DAAEF40-91ED-0159-4EF4-2A89A0EB4367}"/>
              </a:ext>
            </a:extLst>
          </p:cNvPr>
          <p:cNvSpPr txBox="1"/>
          <p:nvPr/>
        </p:nvSpPr>
        <p:spPr>
          <a:xfrm>
            <a:off x="4194629" y="474344"/>
            <a:ext cx="7300684" cy="6186309"/>
          </a:xfrm>
          <a:prstGeom prst="rect">
            <a:avLst/>
          </a:prstGeom>
          <a:noFill/>
        </p:spPr>
        <p:txBody>
          <a:bodyPr wrap="square" rtlCol="0">
            <a:spAutoFit/>
          </a:bodyPr>
          <a:lstStyle/>
          <a:p>
            <a:r>
              <a:rPr lang="es-MX" b="0" i="0" dirty="0">
                <a:effectLst/>
                <a:latin typeface="georgia" panose="02040502050405020303" pitchFamily="18" charset="0"/>
              </a:rPr>
              <a:t>Alessandro Giuseppe Antonio Anastasio Volta, físico italiano, nació el 18 de febrero de 1745 en la ciudad italiana de Como; recibió una educación básica y media de características humanista, pero al llegar a la enseñanza superior optó por una formación científica.</a:t>
            </a:r>
          </a:p>
          <a:p>
            <a:endParaRPr lang="es-MX" dirty="0">
              <a:latin typeface="georgia" panose="02040502050405020303" pitchFamily="18" charset="0"/>
            </a:endParaRPr>
          </a:p>
          <a:p>
            <a:r>
              <a:rPr lang="es-MX" b="0" i="0" dirty="0">
                <a:effectLst/>
                <a:latin typeface="georgia" panose="02040502050405020303" pitchFamily="18" charset="0"/>
              </a:rPr>
              <a:t> Justamente, un año después Volta realiza su primer invento: un aparato relacionado con la electricidad. Con dos discos metálicos, separados por un conductor húmedo, pero unidos con un circuito exterior logra, por primera vez, producir corriente eléctrica continua, inventa el electróforo perpetuo, un dispositivo que una vez que se encuentra cargado puede transferir electricidad a otros objetos. </a:t>
            </a:r>
          </a:p>
          <a:p>
            <a:endParaRPr lang="es-MX" dirty="0">
              <a:latin typeface="georgia" panose="02040502050405020303" pitchFamily="18" charset="0"/>
            </a:endParaRPr>
          </a:p>
          <a:p>
            <a:r>
              <a:rPr lang="es-MX" b="0" i="0" dirty="0">
                <a:effectLst/>
                <a:latin typeface="georgia" panose="02040502050405020303" pitchFamily="18" charset="0"/>
              </a:rPr>
              <a:t>Volta era amigo de Luigi Galvani y, cuando éste descubrió en 1780, que el contacto con dos metales diferentes con el músculo de una rana producía electricidad, también empezó a hacer sus propios experimentos de electricidad-animal, pero llegó a otra conclusión en el año 1794: que no era necesario la participación de los músculos de los animales para producir corriente.</a:t>
            </a:r>
          </a:p>
          <a:p>
            <a:endParaRPr lang="es-MX" dirty="0">
              <a:latin typeface="georgia" panose="02040502050405020303" pitchFamily="18" charset="0"/>
            </a:endParaRPr>
          </a:p>
          <a:p>
            <a:r>
              <a:rPr lang="es-MX" b="0" i="0" dirty="0">
                <a:effectLst/>
                <a:latin typeface="georgia" panose="02040502050405020303" pitchFamily="18" charset="0"/>
              </a:rPr>
              <a:t>La pila de </a:t>
            </a:r>
            <a:r>
              <a:rPr lang="es-MX" dirty="0">
                <a:latin typeface="georgia" panose="02040502050405020303" pitchFamily="18" charset="0"/>
              </a:rPr>
              <a:t>Volta</a:t>
            </a:r>
            <a:r>
              <a:rPr lang="es-MX" b="0" i="0" dirty="0">
                <a:effectLst/>
                <a:latin typeface="georgia" panose="02040502050405020303" pitchFamily="18" charset="0"/>
              </a:rPr>
              <a:t> constaba de treinta discos de metal separados por paños húmedos. Durante la primera parte del siglo XIX, eran construidas como fuentes proveedoras de corriente continua.</a:t>
            </a:r>
            <a:endParaRPr lang="es-MX" dirty="0"/>
          </a:p>
        </p:txBody>
      </p:sp>
      <p:pic>
        <p:nvPicPr>
          <p:cNvPr id="7" name="Imagen 6" descr="Diagrama&#10;&#10;Descripción generada automáticamente">
            <a:extLst>
              <a:ext uri="{FF2B5EF4-FFF2-40B4-BE49-F238E27FC236}">
                <a16:creationId xmlns:a16="http://schemas.microsoft.com/office/drawing/2014/main" id="{A941C253-BB02-BF89-5CE2-2747D8473E08}"/>
              </a:ext>
            </a:extLst>
          </p:cNvPr>
          <p:cNvPicPr>
            <a:picLocks noChangeAspect="1"/>
          </p:cNvPicPr>
          <p:nvPr/>
        </p:nvPicPr>
        <p:blipFill>
          <a:blip r:embed="rId2"/>
          <a:stretch>
            <a:fillRect/>
          </a:stretch>
        </p:blipFill>
        <p:spPr>
          <a:xfrm>
            <a:off x="0" y="1495583"/>
            <a:ext cx="3797986" cy="4143829"/>
          </a:xfrm>
          <a:prstGeom prst="rect">
            <a:avLst/>
          </a:prstGeom>
        </p:spPr>
      </p:pic>
    </p:spTree>
    <p:extLst>
      <p:ext uri="{BB962C8B-B14F-4D97-AF65-F5344CB8AC3E}">
        <p14:creationId xmlns:p14="http://schemas.microsoft.com/office/powerpoint/2010/main" val="284019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72F72A-7171-5F9F-7C62-58ABA72BEED3}"/>
              </a:ext>
            </a:extLst>
          </p:cNvPr>
          <p:cNvSpPr>
            <a:spLocks noGrp="1"/>
          </p:cNvSpPr>
          <p:nvPr>
            <p:ph type="title"/>
          </p:nvPr>
        </p:nvSpPr>
        <p:spPr>
          <a:xfrm>
            <a:off x="550862" y="549275"/>
            <a:ext cx="11091600" cy="1332000"/>
          </a:xfrm>
        </p:spPr>
        <p:txBody>
          <a:bodyPr wrap="square" anchor="t">
            <a:normAutofit/>
          </a:bodyPr>
          <a:lstStyle/>
          <a:p>
            <a:pPr algn="ctr"/>
            <a:r>
              <a:rPr lang="es-MX" dirty="0"/>
              <a:t>Recapitulemos</a:t>
            </a:r>
            <a:br>
              <a:rPr lang="es-MX" dirty="0"/>
            </a:br>
            <a:endParaRPr lang="es-MX" dirty="0"/>
          </a:p>
        </p:txBody>
      </p:sp>
      <p:pic>
        <p:nvPicPr>
          <p:cNvPr id="7170" name="Picture 2" descr="Por qué es importante la retroalimentación o feedback? - Recursos Humanos,  el Portal del Capital Humano | Guía Empresas Recursos Humanos">
            <a:extLst>
              <a:ext uri="{FF2B5EF4-FFF2-40B4-BE49-F238E27FC236}">
                <a16:creationId xmlns:a16="http://schemas.microsoft.com/office/drawing/2014/main" id="{44076D4A-89FA-AE1A-F93C-8708D154F9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48130" y="1881275"/>
            <a:ext cx="5895740" cy="3979625"/>
          </a:xfrm>
          <a:prstGeom prst="rect">
            <a:avLst/>
          </a:prstGeom>
          <a:solidFill>
            <a:srgbClr val="FFFFFF"/>
          </a:solidFill>
        </p:spPr>
      </p:pic>
      <p:sp>
        <p:nvSpPr>
          <p:cNvPr id="7" name="Marcador de número de diapositiva 6">
            <a:extLst>
              <a:ext uri="{FF2B5EF4-FFF2-40B4-BE49-F238E27FC236}">
                <a16:creationId xmlns:a16="http://schemas.microsoft.com/office/drawing/2014/main" id="{7D3D136F-8C74-A695-D6E4-AC67E85D8D27}"/>
              </a:ext>
            </a:extLst>
          </p:cNvPr>
          <p:cNvSpPr>
            <a:spLocks noGrp="1"/>
          </p:cNvSpPr>
          <p:nvPr>
            <p:ph type="sldNum" sz="quarter" idx="12"/>
          </p:nvPr>
        </p:nvSpPr>
        <p:spPr>
          <a:xfrm>
            <a:off x="9948863" y="6507212"/>
            <a:ext cx="1692274" cy="153888"/>
          </a:xfrm>
        </p:spPr>
        <p:txBody>
          <a:bodyPr wrap="square" anchor="ctr">
            <a:normAutofit/>
          </a:bodyPr>
          <a:lstStyle/>
          <a:p>
            <a:pPr rtl="0">
              <a:spcAft>
                <a:spcPts val="600"/>
              </a:spcAft>
            </a:pPr>
            <a:fld id="{DBA1B0FB-D917-4C8C-928F-313BD683BF39}" type="slidenum">
              <a:rPr lang="es-MX" smtClean="0"/>
              <a:pPr rtl="0">
                <a:spcAft>
                  <a:spcPts val="600"/>
                </a:spcAft>
              </a:pPr>
              <a:t>31</a:t>
            </a:fld>
            <a:endParaRPr lang="es-MX"/>
          </a:p>
        </p:txBody>
      </p:sp>
    </p:spTree>
    <p:extLst>
      <p:ext uri="{BB962C8B-B14F-4D97-AF65-F5344CB8AC3E}">
        <p14:creationId xmlns:p14="http://schemas.microsoft.com/office/powerpoint/2010/main" val="4132060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asta La Vista Baby Terminator Fun Black Car Vinyl Decal Sticker | eBay">
            <a:extLst>
              <a:ext uri="{FF2B5EF4-FFF2-40B4-BE49-F238E27FC236}">
                <a16:creationId xmlns:a16="http://schemas.microsoft.com/office/drawing/2014/main" id="{92B8941D-5818-BE0A-29D3-0EB3478957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35262" y="68263"/>
            <a:ext cx="6721475" cy="6721475"/>
          </a:xfrm>
          <a:prstGeom prst="rect">
            <a:avLst/>
          </a:prstGeom>
          <a:solidFill>
            <a:srgbClr val="FFFFFF"/>
          </a:solidFill>
        </p:spPr>
      </p:pic>
      <p:sp>
        <p:nvSpPr>
          <p:cNvPr id="4" name="Marcador de número de diapositiva 3" hidden="1">
            <a:extLst>
              <a:ext uri="{FF2B5EF4-FFF2-40B4-BE49-F238E27FC236}">
                <a16:creationId xmlns:a16="http://schemas.microsoft.com/office/drawing/2014/main" id="{F801E9C4-E76F-1766-CE03-5F80101935A9}"/>
              </a:ext>
            </a:extLst>
          </p:cNvPr>
          <p:cNvSpPr>
            <a:spLocks noGrp="1"/>
          </p:cNvSpPr>
          <p:nvPr>
            <p:ph type="sldNum" sz="quarter" idx="12"/>
          </p:nvPr>
        </p:nvSpPr>
        <p:spPr/>
        <p:txBody>
          <a:bodyPr/>
          <a:lstStyle/>
          <a:p>
            <a:pPr rtl="0">
              <a:spcAft>
                <a:spcPts val="600"/>
              </a:spcAft>
            </a:pPr>
            <a:fld id="{DBA1B0FB-D917-4C8C-928F-313BD683BF39}" type="slidenum">
              <a:rPr lang="es-MX" smtClean="0"/>
              <a:pPr rtl="0">
                <a:spcAft>
                  <a:spcPts val="600"/>
                </a:spcAft>
              </a:pPr>
              <a:t>32</a:t>
            </a:fld>
            <a:endParaRPr lang="es-MX"/>
          </a:p>
        </p:txBody>
      </p:sp>
    </p:spTree>
    <p:extLst>
      <p:ext uri="{BB962C8B-B14F-4D97-AF65-F5344CB8AC3E}">
        <p14:creationId xmlns:p14="http://schemas.microsoft.com/office/powerpoint/2010/main" val="2143677385"/>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4516012.tgt.Office_50301380_TF33713516_Win32_OJ112196127" id="{BE9D9199-ABB8-4370-9D20-B54D4B2FD6B3}" vid="{E9DD8443-CC0D-4962-ABD4-763920AE0A5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2.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{DEB6B3FF-B26F-4158-B926-54220942F6E9}tf33713516_win32</Template>
  <TotalTime>1922</TotalTime>
  <Words>1652</Words>
  <Application>Microsoft Office PowerPoint</Application>
  <PresentationFormat>Widescreen</PresentationFormat>
  <Paragraphs>117</Paragraphs>
  <Slides>32</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Arial</vt:lpstr>
      <vt:lpstr>Calibri</vt:lpstr>
      <vt:lpstr>Georgia</vt:lpstr>
      <vt:lpstr>Georgia</vt:lpstr>
      <vt:lpstr>Gill Sans MT</vt:lpstr>
      <vt:lpstr>Google Sans</vt:lpstr>
      <vt:lpstr>Open Sans</vt:lpstr>
      <vt:lpstr>Sitka Heading Semibold</vt:lpstr>
      <vt:lpstr>Söhne</vt:lpstr>
      <vt:lpstr>Walbaum Display</vt:lpstr>
      <vt:lpstr>Wingdings</vt:lpstr>
      <vt:lpstr>3DFloatVTI</vt:lpstr>
      <vt:lpstr>Fundamentos de Física  Eléctrica</vt:lpstr>
      <vt:lpstr>Tema I: Campo Eléctrico</vt:lpstr>
      <vt:lpstr>PowerPoint Presentation</vt:lpstr>
      <vt:lpstr>¿Qué es la electricidad?</vt:lpstr>
      <vt:lpstr>PowerPoint Presentation</vt:lpstr>
      <vt:lpstr>El Origen</vt:lpstr>
      <vt:lpstr>Tales de Mileto</vt:lpstr>
      <vt:lpstr>EL experimento de Tales</vt:lpstr>
      <vt:lpstr>Aportaciones de Tales</vt:lpstr>
      <vt:lpstr>El experimento: Construye un electroscopio</vt:lpstr>
      <vt:lpstr>Carga Eléctrica Y Sus Propiedades</vt:lpstr>
      <vt:lpstr> Atracción y Repulsión de Cargas</vt:lpstr>
      <vt:lpstr> Carga por inducción</vt:lpstr>
      <vt:lpstr>Aplicación de la ley de atracción y repulsión</vt:lpstr>
      <vt:lpstr>Carga Eléctrica y Estructura De la Materia</vt:lpstr>
      <vt:lpstr> Charles Augustine Coulomb 1736 - 1806</vt:lpstr>
      <vt:lpstr>La ley de Coulomb</vt:lpstr>
      <vt:lpstr>Forma alternativa de La ley de Coulomb</vt:lpstr>
      <vt:lpstr>Nota importante</vt:lpstr>
      <vt:lpstr>Pasos para resolver problemas</vt:lpstr>
      <vt:lpstr>Ejemplo 1: Fuerza entre dos cargas puntuales</vt:lpstr>
      <vt:lpstr>Ejemplo 1: Fuerza entre dos cargas puntuales</vt:lpstr>
      <vt:lpstr>Ejemplo 1: Fuerza entre dos cargas puntuales</vt:lpstr>
      <vt:lpstr>Ejemplo 1: Fuerza entre dos cargas puntuales</vt:lpstr>
      <vt:lpstr>Ejemplo 1: Fuerza entre dos cargas puntuales</vt:lpstr>
      <vt:lpstr>Ejemplo 2: Suma vectorial de las fuerzas eléctricas sobre una línea</vt:lpstr>
      <vt:lpstr>Ejemplo 3: Suma vectorial de las fuerzas eléctricas en un plano</vt:lpstr>
      <vt:lpstr>Campos Eléctricos, y los aportes de Alessandro Volta</vt:lpstr>
      <vt:lpstr>Alessandro Volta 1745 – 1827 </vt:lpstr>
      <vt:lpstr>PowerPoint Presentation</vt:lpstr>
      <vt:lpstr>Recapitulemos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Física  Eléctrica</dc:title>
  <dc:creator>D19C2853 educacion</dc:creator>
  <cp:lastModifiedBy>melquisedec pérez</cp:lastModifiedBy>
  <cp:revision>11</cp:revision>
  <dcterms:created xsi:type="dcterms:W3CDTF">2023-09-18T14:10:37Z</dcterms:created>
  <dcterms:modified xsi:type="dcterms:W3CDTF">2025-09-30T00:43:58Z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